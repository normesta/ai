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5399" r:id="rId5"/>
  </p:sldMasterIdLst>
  <p:notesMasterIdLst>
    <p:notesMasterId r:id="rId7"/>
  </p:notesMasterIdLst>
  <p:handoutMasterIdLst>
    <p:handoutMasterId r:id="rId8"/>
  </p:handoutMasterIdLst>
  <p:sldIdLst>
    <p:sldId id="2123259016" r:id="rId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BB420A-4DFE-9141-A12A-807EA663F7A9}">
          <p14:sldIdLst/>
        </p14:section>
        <p14:section name="My Slide" id="{E9EBCADD-131E-5C4C-806D-0AE93D33DB13}">
          <p14:sldIdLst>
            <p14:sldId id="2123259016"/>
          </p14:sldIdLst>
        </p14:section>
      </p14:sectionLst>
    </p:ex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9ECC01-C035-EFA3-F15D-0275FBFD92AD}" name="Cory Fowler (THEY/THEM)" initials="CF(" userId="S::cfowler@microsoft.com::e84ec1d0-e3cc-4c6c-a8a0-5bf50eea4eb9" providerId="AD"/>
  <p188:author id="{3A9B8D0B-7FBA-43A1-D096-63E45DA24D38}" name="Ted Hudek" initials="TH" userId="S::tedhudek@microsoft.com::bc28cc2a-d18a-4008-97e2-e40b819da381" providerId="AD"/>
  <p188:author id="{30913213-96CB-FEF2-8F8C-DF389F56C202}" name="Andrea Perez (SHE/HER)" initials="AP(" userId="S::anper@microsoft.com::213f2ea6-ad90-4f18-bae1-c278f6253129" providerId="AD"/>
  <p188:author id="{9DB71A30-3DF2-ACA7-406F-76843891615D}" name="Josée Martens  (SHE/HER)" initials="JM(" userId="S::jmartens@microsoft.com::250fae27-b1ae-47a9-9d7c-9c02d00ebea1" providerId="AD"/>
  <p188:author id="{8D112AC1-D282-5A7A-662D-E56A94653A53}" name="Jill Reinauer" initials="JR" userId="S::jillfra@microsoft.com::9abc3ad1-4397-4be4-bb82-ba5dd46c2bb9" providerId="AD"/>
  <p188:author id="{0EC588C3-67C4-E951-CDFA-ABE7F2586934}" name="Craig Guyer" initials="CG" userId="S::craigg@microsoft.com::c26e9a1e-8be4-4803-9d52-5942c5dd879d" providerId="AD"/>
  <p188:author id="{814E9BFB-0871-72A3-BD83-E4F0136A71C5}" name="Jason Howell" initials="JH" userId="S::jasonh@microsoft.com::485f0ff7-ff7d-44d5-b760-78edc5c801b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9DFF"/>
    <a:srgbClr val="50E6FF"/>
    <a:srgbClr val="C4E5FF"/>
    <a:srgbClr val="DFF1CB"/>
    <a:srgbClr val="CBD7F0"/>
    <a:srgbClr val="02477D"/>
    <a:srgbClr val="FFE1E1"/>
    <a:srgbClr val="FE4B40"/>
    <a:srgbClr val="44CFE6"/>
    <a:srgbClr val="FE56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6" d="100"/>
          <a:sy n="136" d="100"/>
        </p:scale>
        <p:origin x="150" y="438"/>
      </p:cViewPr>
      <p:guideLst>
        <p:guide orient="horz" pos="64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4/17/2026 12:14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4/17/2026 12:13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633020" y="357544"/>
            <a:ext cx="1366245" cy="292608"/>
          </a:xfrm>
          <a:prstGeom prst="rect">
            <a:avLst/>
          </a:prstGeom>
        </p:spPr>
      </p:pic>
      <p:sp>
        <p:nvSpPr>
          <p:cNvPr id="2" name="Title 1">
            <a:extLst>
              <a:ext uri="{FF2B5EF4-FFF2-40B4-BE49-F238E27FC236}">
                <a16:creationId xmlns:a16="http://schemas.microsoft.com/office/drawing/2014/main" id="{DE7ABA62-F125-7E2B-25C4-77B54D440BE7}"/>
              </a:ext>
            </a:extLst>
          </p:cNvPr>
          <p:cNvSpPr txBox="1">
            <a:spLocks/>
          </p:cNvSpPr>
          <p:nvPr userDrawn="1"/>
        </p:nvSpPr>
        <p:spPr>
          <a:xfrm>
            <a:off x="687475" y="165242"/>
            <a:ext cx="9144000" cy="133882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spcBef>
                <a:spcPts val="1200"/>
              </a:spcBef>
            </a:pPr>
            <a:r>
              <a:rPr lang="en-US" sz="3600"/>
              <a:t>            </a:t>
            </a:r>
            <a:r>
              <a:rPr lang="en-US" sz="2000"/>
              <a:t>| Content Team</a:t>
            </a:r>
            <a:endParaRPr lang="en-US" sz="3600"/>
          </a:p>
          <a:p>
            <a:pPr>
              <a:spcBef>
                <a:spcPts val="1200"/>
              </a:spcBef>
            </a:pPr>
            <a:br>
              <a:rPr lang="en-US" sz="500"/>
            </a:br>
            <a:endParaRPr lang="en-US" sz="3600"/>
          </a:p>
        </p:txBody>
      </p:sp>
      <p:cxnSp>
        <p:nvCxnSpPr>
          <p:cNvPr id="4" name="Straight Connector 3">
            <a:extLst>
              <a:ext uri="{FF2B5EF4-FFF2-40B4-BE49-F238E27FC236}">
                <a16:creationId xmlns:a16="http://schemas.microsoft.com/office/drawing/2014/main" id="{916E17E7-397C-D362-4AD4-5308F7CEFD95}"/>
              </a:ext>
            </a:extLst>
          </p:cNvPr>
          <p:cNvCxnSpPr/>
          <p:nvPr userDrawn="1"/>
        </p:nvCxnSpPr>
        <p:spPr>
          <a:xfrm>
            <a:off x="633020" y="855138"/>
            <a:ext cx="11050679"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Header Line Title and Content">
    <p:bg>
      <p:bgRef idx="1001">
        <a:schemeClr val="bg2"/>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18EE84-47D7-541F-1FB1-204FD4A7C52A}"/>
              </a:ext>
            </a:extLst>
          </p:cNvPr>
          <p:cNvSpPr txBox="1"/>
          <p:nvPr userDrawn="1"/>
        </p:nvSpPr>
        <p:spPr>
          <a:xfrm>
            <a:off x="-24925" y="-1689"/>
            <a:ext cx="12227435" cy="369332"/>
          </a:xfrm>
          <a:prstGeom prst="rect">
            <a:avLst/>
          </a:prstGeom>
          <a:solidFill>
            <a:srgbClr val="0070C0"/>
          </a:solidFill>
        </p:spPr>
        <p:txBody>
          <a:bodyPr wrap="square" lIns="0" tIns="0" rIns="0" bIns="0" rtlCol="0">
            <a:spAutoFit/>
          </a:bodyPr>
          <a:lstStyle/>
          <a:p>
            <a:pPr algn="l"/>
            <a:endParaRPr lang="en-US" sz="1200" b="0">
              <a:solidFill>
                <a:schemeClr val="bg1"/>
              </a:solidFill>
              <a:latin typeface="Aptos" panose="020B0004020202020204" pitchFamily="34" charset="0"/>
            </a:endParaRPr>
          </a:p>
          <a:p>
            <a:pPr algn="l"/>
            <a:endParaRPr lang="en-US" sz="1200" b="0">
              <a:solidFill>
                <a:schemeClr val="bg1"/>
              </a:solidFill>
              <a:latin typeface="Aptos" panose="020B0004020202020204" pitchFamily="34" charset="0"/>
            </a:endParaRPr>
          </a:p>
        </p:txBody>
      </p:sp>
      <p:grpSp>
        <p:nvGrpSpPr>
          <p:cNvPr id="3" name="Group 2">
            <a:extLst>
              <a:ext uri="{FF2B5EF4-FFF2-40B4-BE49-F238E27FC236}">
                <a16:creationId xmlns:a16="http://schemas.microsoft.com/office/drawing/2014/main" id="{3CA1114D-EE5F-07C0-CB95-B6856F8F7C57}"/>
              </a:ext>
            </a:extLst>
          </p:cNvPr>
          <p:cNvGrpSpPr/>
          <p:nvPr userDrawn="1"/>
        </p:nvGrpSpPr>
        <p:grpSpPr>
          <a:xfrm>
            <a:off x="-24925" y="18948"/>
            <a:ext cx="12205252" cy="1928062"/>
            <a:chOff x="-13252" y="45925"/>
            <a:chExt cx="12205252" cy="1928062"/>
          </a:xfrm>
        </p:grpSpPr>
        <p:sp>
          <p:nvSpPr>
            <p:cNvPr id="5" name="Rectangle 4">
              <a:extLst>
                <a:ext uri="{FF2B5EF4-FFF2-40B4-BE49-F238E27FC236}">
                  <a16:creationId xmlns:a16="http://schemas.microsoft.com/office/drawing/2014/main" id="{3C5B4A23-9818-2F93-F08B-6CB91FECD660}"/>
                </a:ext>
              </a:extLst>
            </p:cNvPr>
            <p:cNvSpPr/>
            <p:nvPr userDrawn="1"/>
          </p:nvSpPr>
          <p:spPr bwMode="auto">
            <a:xfrm>
              <a:off x="15791" y="400185"/>
              <a:ext cx="3738062" cy="1571140"/>
            </a:xfrm>
            <a:prstGeom prst="rect">
              <a:avLst/>
            </a:prstGeom>
            <a:solidFill>
              <a:schemeClr val="accent1">
                <a:lumMod val="20000"/>
                <a:lumOff val="80000"/>
              </a:schemeClr>
            </a:solidFill>
            <a:ln w="127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865188" lvl="4" indent="0" fontAlgn="base">
                <a:tabLst/>
              </a:pPr>
              <a:endParaRPr lang="en-US" sz="1100" b="0" i="0" u="none" strike="noStrike">
                <a:solidFill>
                  <a:srgbClr val="000000"/>
                </a:solidFill>
                <a:effectLst/>
                <a:latin typeface="Aptos" panose="020B0004020202020204" pitchFamily="34" charset="0"/>
              </a:endParaRPr>
            </a:p>
            <a:p>
              <a:pPr marL="865188" lvl="4" indent="0" fontAlgn="base">
                <a:tabLst/>
              </a:pPr>
              <a:endParaRPr lang="en-US" sz="500" b="0" i="0" u="none" strike="noStrike">
                <a:solidFill>
                  <a:srgbClr val="000000"/>
                </a:solidFill>
                <a:effectLst/>
                <a:latin typeface="Aptos" panose="020B0004020202020204" pitchFamily="34" charset="0"/>
              </a:endParaRPr>
            </a:p>
            <a:p>
              <a:pPr marL="865188" lvl="4" indent="0" fontAlgn="base">
                <a:tabLst/>
              </a:pPr>
              <a:br>
                <a:rPr lang="en-US" sz="500" b="0" i="0" u="none" strike="noStrike">
                  <a:solidFill>
                    <a:srgbClr val="000000"/>
                  </a:solidFill>
                  <a:effectLst/>
                  <a:latin typeface="Aptos" panose="020B0004020202020204" pitchFamily="34" charset="0"/>
                </a:rPr>
              </a:br>
              <a:r>
                <a:rPr lang="en-US" sz="1100" b="0" i="0" u="none" strike="noStrike">
                  <a:solidFill>
                    <a:srgbClr val="000000"/>
                  </a:solidFill>
                  <a:effectLst/>
                  <a:latin typeface="Aptos" panose="020B0004020202020204" pitchFamily="34" charset="0"/>
                </a:rPr>
                <a:t>Level:  </a:t>
              </a:r>
            </a:p>
            <a:p>
              <a:pPr marL="865188" lvl="4" indent="0" fontAlgn="base">
                <a:tabLst/>
              </a:pPr>
              <a:endParaRPr lang="en-US" sz="1100" b="0" i="0" u="none" strike="noStrike">
                <a:solidFill>
                  <a:srgbClr val="000000"/>
                </a:solidFill>
                <a:effectLst/>
                <a:latin typeface="Aptos" panose="020B0004020202020204" pitchFamily="34" charset="0"/>
              </a:endParaRPr>
            </a:p>
            <a:p>
              <a:pPr marL="865188" lvl="4" indent="0" fontAlgn="base">
                <a:tabLst/>
              </a:pPr>
              <a:endParaRPr lang="en-US" sz="500" b="0" i="0" u="none" strike="noStrike">
                <a:solidFill>
                  <a:srgbClr val="000000"/>
                </a:solidFill>
                <a:effectLst/>
                <a:latin typeface="Aptos" panose="020B0004020202020204" pitchFamily="34" charset="0"/>
              </a:endParaRPr>
            </a:p>
            <a:p>
              <a:pPr marL="865188" lvl="4" indent="0" fontAlgn="base">
                <a:tabLst/>
              </a:pPr>
              <a:r>
                <a:rPr lang="en-US" sz="1100" b="0" i="0" u="none" strike="noStrike" err="1">
                  <a:solidFill>
                    <a:srgbClr val="000000"/>
                  </a:solidFill>
                  <a:effectLst/>
                  <a:latin typeface="Aptos" panose="020B0004020202020204" pitchFamily="34" charset="0"/>
                </a:rPr>
                <a:t>Mgr</a:t>
              </a:r>
              <a:r>
                <a:rPr lang="en-US" sz="1100" b="0" i="0" u="none" strike="noStrike">
                  <a:solidFill>
                    <a:srgbClr val="000000"/>
                  </a:solidFill>
                  <a:effectLst/>
                  <a:latin typeface="Aptos" panose="020B0004020202020204" pitchFamily="34" charset="0"/>
                </a:rPr>
                <a:t>:</a:t>
              </a:r>
            </a:p>
            <a:p>
              <a:pPr marL="865188" lvl="4" indent="0" fontAlgn="base">
                <a:tabLst/>
              </a:pPr>
              <a:r>
                <a:rPr lang="en-US" sz="1100" b="0" i="0" u="none" strike="noStrike">
                  <a:solidFill>
                    <a:srgbClr val="000000"/>
                  </a:solidFill>
                  <a:effectLst/>
                  <a:latin typeface="Aptos" panose="020B0004020202020204" pitchFamily="34" charset="0"/>
                </a:rPr>
                <a:t>Skip:</a:t>
              </a:r>
            </a:p>
          </p:txBody>
        </p:sp>
        <p:sp>
          <p:nvSpPr>
            <p:cNvPr id="8" name="TextBox 7">
              <a:extLst>
                <a:ext uri="{FF2B5EF4-FFF2-40B4-BE49-F238E27FC236}">
                  <a16:creationId xmlns:a16="http://schemas.microsoft.com/office/drawing/2014/main" id="{CA422A7C-4402-08C1-3C7B-706FE08BEEB2}"/>
                </a:ext>
              </a:extLst>
            </p:cNvPr>
            <p:cNvSpPr txBox="1"/>
            <p:nvPr/>
          </p:nvSpPr>
          <p:spPr>
            <a:xfrm>
              <a:off x="-13252" y="45925"/>
              <a:ext cx="12205252" cy="307777"/>
            </a:xfrm>
            <a:prstGeom prst="rect">
              <a:avLst/>
            </a:prstGeom>
            <a:solidFill>
              <a:srgbClr val="0070C0"/>
            </a:solidFill>
          </p:spPr>
          <p:txBody>
            <a:bodyPr wrap="square" lIns="0" tIns="0" rIns="0" bIns="0" rtlCol="0">
              <a:spAutoFit/>
            </a:bodyPr>
            <a:lstStyle/>
            <a:p>
              <a:pPr algn="l"/>
              <a:r>
                <a:rPr lang="en-US" sz="2000" b="1">
                  <a:solidFill>
                    <a:schemeClr val="bg1"/>
                  </a:solidFill>
                  <a:latin typeface="Aptos" panose="020B0004020202020204" pitchFamily="34" charset="0"/>
                </a:rPr>
                <a:t>   FY26H2 - Impact Headlines by Priority</a:t>
              </a:r>
              <a:endParaRPr lang="en-US" sz="1600" b="0">
                <a:solidFill>
                  <a:schemeClr val="bg1"/>
                </a:solidFill>
                <a:latin typeface="Aptos" panose="020B0004020202020204" pitchFamily="34" charset="0"/>
              </a:endParaRPr>
            </a:p>
          </p:txBody>
        </p:sp>
        <p:sp>
          <p:nvSpPr>
            <p:cNvPr id="9" name="Rectangle 8">
              <a:extLst>
                <a:ext uri="{FF2B5EF4-FFF2-40B4-BE49-F238E27FC236}">
                  <a16:creationId xmlns:a16="http://schemas.microsoft.com/office/drawing/2014/main" id="{A51D07A2-2565-D3F4-90D3-D6248580946C}"/>
                </a:ext>
              </a:extLst>
            </p:cNvPr>
            <p:cNvSpPr/>
            <p:nvPr/>
          </p:nvSpPr>
          <p:spPr bwMode="auto">
            <a:xfrm>
              <a:off x="3783093" y="400185"/>
              <a:ext cx="4030251" cy="1572870"/>
            </a:xfrm>
            <a:prstGeom prst="rect">
              <a:avLst/>
            </a:prstGeom>
            <a:solidFill>
              <a:srgbClr val="DFF1CB"/>
            </a:solidFill>
            <a:ln w="127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91440" bIns="45720" numCol="1" spcCol="0" rtlCol="0" fromWordArt="0" anchor="t" anchorCtr="0" forceAA="0" compatLnSpc="1">
              <a:prstTxWarp prst="textNoShape">
                <a:avLst/>
              </a:prstTxWarp>
              <a:noAutofit/>
            </a:bodyPr>
            <a:lstStyle/>
            <a:p>
              <a:pPr marL="7938"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rPr>
                <a:t>| Content Areas, v-teams, projects</a:t>
              </a:r>
            </a:p>
            <a:p>
              <a:pPr marL="7938" marR="0" lvl="0" indent="0" algn="l" defTabSz="932472"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7938" marR="0" lvl="0" indent="0" algn="l" defTabSz="932472"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7938" marR="0" lvl="0" indent="0" algn="l"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7938"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cs typeface="Segoe UI" pitchFamily="34" charset="0"/>
                </a:rPr>
                <a:t>| Changes &amp; challenges</a:t>
              </a:r>
            </a:p>
            <a:p>
              <a:pPr marL="7938" marR="0" lvl="0" indent="0" algn="l" defTabSz="932472"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p:txBody>
        </p:sp>
        <p:sp>
          <p:nvSpPr>
            <p:cNvPr id="10" name="Rectangle 9">
              <a:extLst>
                <a:ext uri="{FF2B5EF4-FFF2-40B4-BE49-F238E27FC236}">
                  <a16:creationId xmlns:a16="http://schemas.microsoft.com/office/drawing/2014/main" id="{7DB798AE-BE0B-5B40-2E4E-421EC9ADC1AC}"/>
                </a:ext>
              </a:extLst>
            </p:cNvPr>
            <p:cNvSpPr/>
            <p:nvPr/>
          </p:nvSpPr>
          <p:spPr bwMode="auto">
            <a:xfrm>
              <a:off x="7844166" y="400185"/>
              <a:ext cx="4323949" cy="1573802"/>
            </a:xfrm>
            <a:prstGeom prst="rect">
              <a:avLst/>
            </a:prstGeom>
            <a:solidFill>
              <a:srgbClr val="C4E5FF"/>
            </a:solidFill>
            <a:ln w="127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91440" bIns="45720" numCol="1" spcCol="0" rtlCol="0" fromWordArt="0" anchor="t" anchorCtr="0" forceAA="0" compatLnSpc="1">
              <a:prstTxWarp prst="textNoShape">
                <a:avLst/>
              </a:prstTxWarp>
              <a:noAutofit/>
            </a:bodyPr>
            <a:lstStyle/>
            <a:p>
              <a:pPr algn="l" defTabSz="932472" fontAlgn="base">
                <a:spcBef>
                  <a:spcPct val="0"/>
                </a:spcBef>
                <a:spcAft>
                  <a:spcPct val="0"/>
                </a:spcAft>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rPr>
                <a:t>| </a:t>
              </a:r>
              <a:r>
                <a:rPr lang="en-US" sz="1200" b="1" i="0">
                  <a:solidFill>
                    <a:schemeClr val="tx1"/>
                  </a:solidFill>
                  <a:latin typeface="Aptos" panose="020B0004020202020204" pitchFamily="34" charset="0"/>
                  <a:ea typeface="Segoe UI" pitchFamily="34" charset="0"/>
                  <a:cs typeface="Segoe UI" pitchFamily="34" charset="0"/>
                </a:rPr>
                <a:t>Self-development applied to work</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rPr>
                <a:t> </a:t>
              </a:r>
            </a:p>
            <a:p>
              <a:pPr marL="238125" indent="-238125" defTabSz="932472" fontAlgn="base">
                <a:spcBef>
                  <a:spcPct val="0"/>
                </a:spcBef>
                <a:spcAft>
                  <a:spcPct val="0"/>
                </a:spcAft>
                <a:buFont typeface="Arial" panose="020B0604020202020204" pitchFamily="34" charset="0"/>
                <a:buChar char="•"/>
              </a:pPr>
              <a:endParaRPr lang="en-US" sz="1200">
                <a:solidFill>
                  <a:schemeClr val="tx1"/>
                </a:solidFill>
                <a:latin typeface="Aptos" panose="020B0004020202020204" pitchFamily="34" charset="0"/>
                <a:cs typeface="Segoe UI" pitchFamily="34" charset="0"/>
              </a:endParaRPr>
            </a:p>
            <a:p>
              <a:pPr marL="238125" indent="-238125" defTabSz="932472" fontAlgn="base">
                <a:spcBef>
                  <a:spcPct val="0"/>
                </a:spcBef>
                <a:spcAft>
                  <a:spcPct val="0"/>
                </a:spcAft>
                <a:buFont typeface="Arial" panose="020B0604020202020204" pitchFamily="34" charset="0"/>
                <a:buChar char="•"/>
              </a:pPr>
              <a:endParaRPr lang="en-US" sz="1200">
                <a:solidFill>
                  <a:schemeClr val="tx1"/>
                </a:solidFill>
                <a:latin typeface="Aptos" panose="020B0004020202020204" pitchFamily="34" charset="0"/>
                <a:cs typeface="Segoe UI" pitchFamily="34" charset="0"/>
              </a:endParaRPr>
            </a:p>
            <a:p>
              <a:pPr marL="0" indent="0" defTabSz="932472" fontAlgn="base">
                <a:spcBef>
                  <a:spcPct val="0"/>
                </a:spcBef>
                <a:spcAft>
                  <a:spcPct val="0"/>
                </a:spcAft>
                <a:buFont typeface="Arial" panose="020B0604020202020204" pitchFamily="34" charset="0"/>
                <a:buNone/>
              </a:pPr>
              <a:endParaRPr lang="en-US" sz="1200">
                <a:solidFill>
                  <a:schemeClr val="tx1"/>
                </a:solidFill>
                <a:latin typeface="Aptos" panose="020B0004020202020204" pitchFamily="34" charset="0"/>
                <a:cs typeface="Segoe UI" pitchFamily="34"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lang="en-US" sz="1200">
                <a:solidFill>
                  <a:schemeClr val="tx1"/>
                </a:solidFill>
                <a:latin typeface="Aptos" panose="020B0004020202020204" pitchFamily="34" charset="0"/>
                <a:ea typeface="Segoe UI" pitchFamily="34" charset="0"/>
                <a:cs typeface="Segoe UI" pitchFamily="34" charset="0"/>
              </a:endParaRPr>
            </a:p>
            <a:p>
              <a:pPr marL="238125" indent="-238125" defTabSz="932472" fontAlgn="base">
                <a:spcBef>
                  <a:spcPct val="0"/>
                </a:spcBef>
                <a:spcAft>
                  <a:spcPct val="0"/>
                </a:spcAft>
                <a:buFont typeface="Arial" panose="020B0604020202020204" pitchFamily="34" charset="0"/>
                <a:buChar char="•"/>
              </a:pPr>
              <a:endParaRPr lang="en-US" sz="1200">
                <a:solidFill>
                  <a:schemeClr val="tx1"/>
                </a:solidFill>
                <a:latin typeface="Aptos" panose="020B0004020202020204" pitchFamily="34" charset="0"/>
                <a:cs typeface="Segoe UI" pitchFamily="34" charset="0"/>
              </a:endParaRPr>
            </a:p>
            <a:p>
              <a:pPr marL="0" indent="0" defTabSz="932472" fontAlgn="base">
                <a:spcBef>
                  <a:spcPct val="0"/>
                </a:spcBef>
                <a:spcAft>
                  <a:spcPct val="0"/>
                </a:spcAft>
                <a:buFont typeface="Arial" panose="020B0604020202020204" pitchFamily="34" charset="0"/>
                <a:buNone/>
              </a:pPr>
              <a:endParaRPr lang="en-US" sz="1200">
                <a:solidFill>
                  <a:schemeClr val="tx1"/>
                </a:solidFill>
                <a:latin typeface="Aptos" panose="020B0004020202020204" pitchFamily="34" charset="0"/>
                <a:cs typeface="Segoe UI" pitchFamily="34" charset="0"/>
              </a:endParaRPr>
            </a:p>
            <a:p>
              <a:pPr marL="0" indent="0" defTabSz="932472" fontAlgn="base">
                <a:spcBef>
                  <a:spcPct val="0"/>
                </a:spcBef>
                <a:spcAft>
                  <a:spcPct val="0"/>
                </a:spcAft>
                <a:buFont typeface="Arial" panose="020B0604020202020204" pitchFamily="34" charset="0"/>
                <a:buNone/>
              </a:pPr>
              <a:endParaRPr lang="en-US" sz="100">
                <a:solidFill>
                  <a:schemeClr val="tx1"/>
                </a:solidFill>
                <a:latin typeface="Aptos" panose="020B0004020202020204" pitchFamily="34" charset="0"/>
                <a:cs typeface="Segoe UI" pitchFamily="34" charset="0"/>
              </a:endParaRPr>
            </a:p>
            <a:p>
              <a:pPr marL="238125" indent="-238125" defTabSz="932472" fontAlgn="base">
                <a:spcBef>
                  <a:spcPct val="0"/>
                </a:spcBef>
                <a:spcAft>
                  <a:spcPct val="0"/>
                </a:spcAft>
                <a:buFont typeface="Arial" panose="020B0604020202020204" pitchFamily="34" charset="0"/>
                <a:buChar char="•"/>
              </a:pPr>
              <a:endParaRPr lang="en-US" sz="1200">
                <a:solidFill>
                  <a:schemeClr val="tx1"/>
                </a:solidFill>
                <a:latin typeface="Aptos" panose="020B0004020202020204" pitchFamily="34" charset="0"/>
                <a:cs typeface="Segoe UI" pitchFamily="34" charset="0"/>
              </a:endParaRPr>
            </a:p>
          </p:txBody>
        </p:sp>
      </p:grpSp>
      <p:sp>
        <p:nvSpPr>
          <p:cNvPr id="14" name="TextBox 13">
            <a:extLst>
              <a:ext uri="{FF2B5EF4-FFF2-40B4-BE49-F238E27FC236}">
                <a16:creationId xmlns:a16="http://schemas.microsoft.com/office/drawing/2014/main" id="{0AE99576-89FF-8F5C-EADE-E604EB423CF5}"/>
              </a:ext>
            </a:extLst>
          </p:cNvPr>
          <p:cNvSpPr txBox="1"/>
          <p:nvPr userDrawn="1"/>
        </p:nvSpPr>
        <p:spPr>
          <a:xfrm>
            <a:off x="9071113" y="45816"/>
            <a:ext cx="3107635" cy="261610"/>
          </a:xfrm>
          <a:prstGeom prst="rect">
            <a:avLst/>
          </a:prstGeom>
          <a:noFill/>
        </p:spPr>
        <p:txBody>
          <a:bodyPr wrap="square">
            <a:spAutoFit/>
          </a:bodyPr>
          <a:lstStyle/>
          <a:p>
            <a:pPr algn="r"/>
            <a:r>
              <a:rPr lang="en-US" sz="1100" b="1">
                <a:solidFill>
                  <a:schemeClr val="bg1"/>
                </a:solidFill>
                <a:latin typeface="Aptos" panose="020B0004020202020204" pitchFamily="34" charset="0"/>
              </a:rPr>
              <a:t> Use minimum of 11 pt. font</a:t>
            </a:r>
          </a:p>
        </p:txBody>
      </p:sp>
      <p:sp>
        <p:nvSpPr>
          <p:cNvPr id="16" name="Text Placeholder 15">
            <a:extLst>
              <a:ext uri="{FF2B5EF4-FFF2-40B4-BE49-F238E27FC236}">
                <a16:creationId xmlns:a16="http://schemas.microsoft.com/office/drawing/2014/main" id="{8FAC2F91-ADB5-97DC-8AE2-5C6451C8CBA3}"/>
              </a:ext>
            </a:extLst>
          </p:cNvPr>
          <p:cNvSpPr>
            <a:spLocks noGrp="1"/>
          </p:cNvSpPr>
          <p:nvPr>
            <p:ph type="body" sz="quarter" idx="10" hasCustomPrompt="1"/>
          </p:nvPr>
        </p:nvSpPr>
        <p:spPr>
          <a:xfrm>
            <a:off x="75853" y="426054"/>
            <a:ext cx="2736777" cy="246221"/>
          </a:xfrm>
        </p:spPr>
        <p:txBody>
          <a:bodyPr/>
          <a:lstStyle>
            <a:lvl1pPr marL="0" indent="0">
              <a:buNone/>
              <a:defRPr sz="1600" b="1" i="0" cap="small" baseline="0">
                <a:solidFill>
                  <a:srgbClr val="02477D"/>
                </a:solidFill>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&lt;Enter your full name&gt;</a:t>
            </a:r>
          </a:p>
        </p:txBody>
      </p:sp>
      <p:sp>
        <p:nvSpPr>
          <p:cNvPr id="25" name="Text Placeholder 15">
            <a:extLst>
              <a:ext uri="{FF2B5EF4-FFF2-40B4-BE49-F238E27FC236}">
                <a16:creationId xmlns:a16="http://schemas.microsoft.com/office/drawing/2014/main" id="{DC667740-E9EF-33E1-E3D5-2980CE33EAC5}"/>
              </a:ext>
            </a:extLst>
          </p:cNvPr>
          <p:cNvSpPr>
            <a:spLocks noGrp="1"/>
          </p:cNvSpPr>
          <p:nvPr>
            <p:ph type="body" sz="quarter" idx="19" hasCustomPrompt="1"/>
          </p:nvPr>
        </p:nvSpPr>
        <p:spPr>
          <a:xfrm>
            <a:off x="1473184" y="816998"/>
            <a:ext cx="930969"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a:t>
            </a:r>
          </a:p>
        </p:txBody>
      </p:sp>
      <p:sp>
        <p:nvSpPr>
          <p:cNvPr id="26" name="Text Placeholder 15">
            <a:extLst>
              <a:ext uri="{FF2B5EF4-FFF2-40B4-BE49-F238E27FC236}">
                <a16:creationId xmlns:a16="http://schemas.microsoft.com/office/drawing/2014/main" id="{7203D37B-F9EC-3295-40F3-D112B1269933}"/>
              </a:ext>
            </a:extLst>
          </p:cNvPr>
          <p:cNvSpPr>
            <a:spLocks noGrp="1"/>
          </p:cNvSpPr>
          <p:nvPr>
            <p:ph type="body" sz="quarter" idx="20" hasCustomPrompt="1"/>
          </p:nvPr>
        </p:nvSpPr>
        <p:spPr>
          <a:xfrm>
            <a:off x="1005201" y="999652"/>
            <a:ext cx="2748652"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&lt;Your title&gt;</a:t>
            </a:r>
          </a:p>
        </p:txBody>
      </p:sp>
      <p:sp>
        <p:nvSpPr>
          <p:cNvPr id="27" name="Text Placeholder 15">
            <a:extLst>
              <a:ext uri="{FF2B5EF4-FFF2-40B4-BE49-F238E27FC236}">
                <a16:creationId xmlns:a16="http://schemas.microsoft.com/office/drawing/2014/main" id="{B9CE8166-93CB-EED9-B75C-4FD4FCD4FF21}"/>
              </a:ext>
            </a:extLst>
          </p:cNvPr>
          <p:cNvSpPr>
            <a:spLocks noGrp="1"/>
          </p:cNvSpPr>
          <p:nvPr>
            <p:ph type="body" sz="quarter" idx="21" hasCustomPrompt="1"/>
          </p:nvPr>
        </p:nvSpPr>
        <p:spPr>
          <a:xfrm>
            <a:off x="1413971" y="1224849"/>
            <a:ext cx="2299394"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&lt;Manager name&gt;</a:t>
            </a:r>
          </a:p>
        </p:txBody>
      </p:sp>
      <p:sp>
        <p:nvSpPr>
          <p:cNvPr id="28" name="Text Placeholder 15">
            <a:extLst>
              <a:ext uri="{FF2B5EF4-FFF2-40B4-BE49-F238E27FC236}">
                <a16:creationId xmlns:a16="http://schemas.microsoft.com/office/drawing/2014/main" id="{0AAE5743-562F-E32B-EB2F-821DD6316A06}"/>
              </a:ext>
            </a:extLst>
          </p:cNvPr>
          <p:cNvSpPr>
            <a:spLocks noGrp="1"/>
          </p:cNvSpPr>
          <p:nvPr>
            <p:ph type="body" sz="quarter" idx="22" hasCustomPrompt="1"/>
          </p:nvPr>
        </p:nvSpPr>
        <p:spPr>
          <a:xfrm>
            <a:off x="1413969" y="1390982"/>
            <a:ext cx="2299395"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Michael Kluck</a:t>
            </a:r>
          </a:p>
        </p:txBody>
      </p:sp>
      <p:sp>
        <p:nvSpPr>
          <p:cNvPr id="29" name="Text Placeholder 15">
            <a:extLst>
              <a:ext uri="{FF2B5EF4-FFF2-40B4-BE49-F238E27FC236}">
                <a16:creationId xmlns:a16="http://schemas.microsoft.com/office/drawing/2014/main" id="{93400710-F6A1-DEA3-87B5-A2FB282B7BE0}"/>
              </a:ext>
            </a:extLst>
          </p:cNvPr>
          <p:cNvSpPr>
            <a:spLocks noGrp="1"/>
          </p:cNvSpPr>
          <p:nvPr>
            <p:ph type="body" sz="quarter" idx="23" hasCustomPrompt="1"/>
          </p:nvPr>
        </p:nvSpPr>
        <p:spPr>
          <a:xfrm>
            <a:off x="3785509" y="649783"/>
            <a:ext cx="3920761" cy="338554"/>
          </a:xfrm>
        </p:spPr>
        <p:txBody>
          <a:bodyPr/>
          <a:lstStyle>
            <a:lvl1pPr marL="241300" indent="-123825">
              <a:buFont typeface="Arial" panose="020B0604020202020204" pitchFamily="34" charset="0"/>
              <a:buChar char="•"/>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&lt;Product name, area, project&gt;</a:t>
            </a:r>
            <a:br>
              <a:rPr lang="en-US"/>
            </a:br>
            <a:endParaRPr lang="en-US"/>
          </a:p>
        </p:txBody>
      </p:sp>
      <p:sp>
        <p:nvSpPr>
          <p:cNvPr id="31" name="Text Placeholder 15">
            <a:extLst>
              <a:ext uri="{FF2B5EF4-FFF2-40B4-BE49-F238E27FC236}">
                <a16:creationId xmlns:a16="http://schemas.microsoft.com/office/drawing/2014/main" id="{846EDDEA-BB47-19D1-D669-A7611F57BEF7}"/>
              </a:ext>
            </a:extLst>
          </p:cNvPr>
          <p:cNvSpPr>
            <a:spLocks noGrp="1"/>
          </p:cNvSpPr>
          <p:nvPr>
            <p:ph type="body" sz="quarter" idx="25" hasCustomPrompt="1"/>
          </p:nvPr>
        </p:nvSpPr>
        <p:spPr>
          <a:xfrm>
            <a:off x="7858885" y="651707"/>
            <a:ext cx="3937698" cy="169277"/>
          </a:xfrm>
        </p:spPr>
        <p:txBody>
          <a:bodyPr/>
          <a:lstStyle>
            <a:lvl1pPr marL="117475"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marL="241300" marR="0" lvl="0" indent="-12382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&lt;Notable growth areas&gt;</a:t>
            </a:r>
          </a:p>
        </p:txBody>
      </p:sp>
      <p:sp>
        <p:nvSpPr>
          <p:cNvPr id="15" name="Text Placeholder 15">
            <a:extLst>
              <a:ext uri="{FF2B5EF4-FFF2-40B4-BE49-F238E27FC236}">
                <a16:creationId xmlns:a16="http://schemas.microsoft.com/office/drawing/2014/main" id="{34B34310-4324-A4C7-0F02-DD6AF98004E0}"/>
              </a:ext>
            </a:extLst>
          </p:cNvPr>
          <p:cNvSpPr>
            <a:spLocks noGrp="1"/>
          </p:cNvSpPr>
          <p:nvPr>
            <p:ph type="body" sz="quarter" idx="26" hasCustomPrompt="1"/>
          </p:nvPr>
        </p:nvSpPr>
        <p:spPr>
          <a:xfrm>
            <a:off x="3789120" y="1533147"/>
            <a:ext cx="3937698" cy="169277"/>
          </a:xfrm>
        </p:spPr>
        <p:txBody>
          <a:bodyPr/>
          <a:lstStyle>
            <a:lvl1pPr marL="241300" indent="-123825">
              <a:buFont typeface="Arial" panose="020B0604020202020204" pitchFamily="34" charset="0"/>
              <a:buChar char="•"/>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&lt;Significantly impacting work&gt;</a:t>
            </a:r>
          </a:p>
        </p:txBody>
      </p:sp>
      <p:graphicFrame>
        <p:nvGraphicFramePr>
          <p:cNvPr id="12" name="Table 2">
            <a:extLst>
              <a:ext uri="{FF2B5EF4-FFF2-40B4-BE49-F238E27FC236}">
                <a16:creationId xmlns:a16="http://schemas.microsoft.com/office/drawing/2014/main" id="{36AD7225-1662-1E3B-E823-1A604891DF58}"/>
              </a:ext>
            </a:extLst>
          </p:cNvPr>
          <p:cNvGraphicFramePr>
            <a:graphicFrameLocks noGrp="1"/>
          </p:cNvGraphicFramePr>
          <p:nvPr userDrawn="1">
            <p:extLst>
              <p:ext uri="{D42A27DB-BD31-4B8C-83A1-F6EECF244321}">
                <p14:modId xmlns:p14="http://schemas.microsoft.com/office/powerpoint/2010/main" val="1169963172"/>
              </p:ext>
            </p:extLst>
          </p:nvPr>
        </p:nvGraphicFramePr>
        <p:xfrm>
          <a:off x="0" y="1971325"/>
          <a:ext cx="6042323" cy="4903608"/>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17831419"/>
                    </a:ext>
                  </a:extLst>
                </a:gridCol>
                <a:gridCol w="2587923">
                  <a:extLst>
                    <a:ext uri="{9D8B030D-6E8A-4147-A177-3AD203B41FA5}">
                      <a16:colId xmlns:a16="http://schemas.microsoft.com/office/drawing/2014/main" val="2363066160"/>
                    </a:ext>
                  </a:extLst>
                </a:gridCol>
              </a:tblGrid>
              <a:tr h="394727">
                <a:tc>
                  <a:txBody>
                    <a:bodyPr/>
                    <a:lstStyle/>
                    <a:p>
                      <a:r>
                        <a:rPr lang="en-US" sz="1300">
                          <a:latin typeface="Aptos" panose="020B0004020202020204" pitchFamily="34" charset="0"/>
                        </a:rPr>
                        <a:t>QUALITY CONTENT FOR CUSTOMERS</a:t>
                      </a:r>
                    </a:p>
                  </a:txBody>
                  <a:tcPr anchor="ct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300">
                          <a:latin typeface="Aptos" panose="020B0004020202020204" pitchFamily="34" charset="0"/>
                        </a:rPr>
                        <a:t>Impact on our business</a:t>
                      </a:r>
                    </a:p>
                  </a:txBody>
                  <a:tcPr anchor="ct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4341527"/>
                  </a:ext>
                </a:extLst>
              </a:tr>
              <a:tr h="2902697">
                <a:tc>
                  <a:txBody>
                    <a:bodyPr/>
                    <a:lstStyle/>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txBody>
                  <a:tcP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100">
                        <a:latin typeface="Aptos" panose="020B0004020202020204" pitchFamily="34" charset="0"/>
                      </a:endParaRPr>
                    </a:p>
                  </a:txBody>
                  <a:tcP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532057"/>
                  </a:ext>
                </a:extLst>
              </a:tr>
              <a:tr h="382443">
                <a:tc>
                  <a:txBody>
                    <a:bodyPr/>
                    <a:lstStyle/>
                    <a:p>
                      <a:r>
                        <a:rPr lang="en-US" sz="1300" b="1" baseline="0">
                          <a:solidFill>
                            <a:schemeClr val="bg1"/>
                          </a:solidFill>
                          <a:latin typeface="Aptos" panose="020B0004020202020204" pitchFamily="34" charset="0"/>
                        </a:rPr>
                        <a:t>WORK TOGETHER W/PEERS &amp;  PARTNERS</a:t>
                      </a:r>
                    </a:p>
                  </a:txBody>
                  <a:tcPr anchor="ct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r>
                        <a:rPr lang="en-US" sz="1300" b="1" baseline="0">
                          <a:solidFill>
                            <a:schemeClr val="bg1"/>
                          </a:solidFill>
                          <a:latin typeface="Aptos" panose="020B0004020202020204" pitchFamily="34" charset="0"/>
                        </a:rPr>
                        <a:t>Impact on our business</a:t>
                      </a:r>
                    </a:p>
                  </a:txBody>
                  <a:tcPr anchor="ct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464678314"/>
                  </a:ext>
                </a:extLst>
              </a:tr>
              <a:tr h="1223741">
                <a:tc>
                  <a:txBody>
                    <a:bodyPr/>
                    <a:lstStyle/>
                    <a:p>
                      <a:endParaRPr lang="en-US" sz="1100">
                        <a:latin typeface="Aptos" panose="020B0004020202020204" pitchFamily="34" charset="0"/>
                      </a:endParaRPr>
                    </a:p>
                  </a:txBody>
                  <a:tcP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100">
                        <a:latin typeface="Aptos" panose="020B0004020202020204" pitchFamily="34" charset="0"/>
                      </a:endParaRPr>
                    </a:p>
                  </a:txBody>
                  <a:tcP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7357885"/>
                  </a:ext>
                </a:extLst>
              </a:tr>
            </a:tbl>
          </a:graphicData>
        </a:graphic>
      </p:graphicFrame>
      <p:graphicFrame>
        <p:nvGraphicFramePr>
          <p:cNvPr id="13" name="Table 2">
            <a:extLst>
              <a:ext uri="{FF2B5EF4-FFF2-40B4-BE49-F238E27FC236}">
                <a16:creationId xmlns:a16="http://schemas.microsoft.com/office/drawing/2014/main" id="{CBDA35E2-8E72-6FB7-BE84-425348D7B281}"/>
              </a:ext>
            </a:extLst>
          </p:cNvPr>
          <p:cNvGraphicFramePr>
            <a:graphicFrameLocks noGrp="1"/>
          </p:cNvGraphicFramePr>
          <p:nvPr userDrawn="1">
            <p:extLst>
              <p:ext uri="{D42A27DB-BD31-4B8C-83A1-F6EECF244321}">
                <p14:modId xmlns:p14="http://schemas.microsoft.com/office/powerpoint/2010/main" val="2872800360"/>
              </p:ext>
            </p:extLst>
          </p:nvPr>
        </p:nvGraphicFramePr>
        <p:xfrm>
          <a:off x="6096000" y="1971325"/>
          <a:ext cx="6082748" cy="4892319"/>
        </p:xfrm>
        <a:graphic>
          <a:graphicData uri="http://schemas.openxmlformats.org/drawingml/2006/table">
            <a:tbl>
              <a:tblPr firstRow="1" bandRow="1">
                <a:tableStyleId>{5C22544A-7EE6-4342-B048-85BDC9FD1C3A}</a:tableStyleId>
              </a:tblPr>
              <a:tblGrid>
                <a:gridCol w="3576542">
                  <a:extLst>
                    <a:ext uri="{9D8B030D-6E8A-4147-A177-3AD203B41FA5}">
                      <a16:colId xmlns:a16="http://schemas.microsoft.com/office/drawing/2014/main" val="17831419"/>
                    </a:ext>
                  </a:extLst>
                </a:gridCol>
                <a:gridCol w="2506206">
                  <a:extLst>
                    <a:ext uri="{9D8B030D-6E8A-4147-A177-3AD203B41FA5}">
                      <a16:colId xmlns:a16="http://schemas.microsoft.com/office/drawing/2014/main" val="2363066160"/>
                    </a:ext>
                  </a:extLst>
                </a:gridCol>
              </a:tblGrid>
              <a:tr h="384884">
                <a:tc>
                  <a:txBody>
                    <a:bodyPr/>
                    <a:lstStyle/>
                    <a:p>
                      <a:r>
                        <a:rPr lang="en-US" sz="1300">
                          <a:latin typeface="Aptos" panose="020B0004020202020204" pitchFamily="34" charset="0"/>
                        </a:rPr>
                        <a:t>CONTINUOUS IMPROVEMENT + INNOVATION</a:t>
                      </a:r>
                    </a:p>
                  </a:txBody>
                  <a:tcPr anchor="ct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300">
                          <a:latin typeface="Aptos" panose="020B0004020202020204" pitchFamily="34" charset="0"/>
                        </a:rPr>
                        <a:t>Impact on our business</a:t>
                      </a:r>
                    </a:p>
                  </a:txBody>
                  <a:tcPr anchor="ct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4341527"/>
                  </a:ext>
                </a:extLst>
              </a:tr>
              <a:tr h="1282761">
                <a:tc>
                  <a:txBody>
                    <a:bodyPr/>
                    <a:lstStyle/>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p>
                      <a:endParaRPr lang="en-US" sz="1100">
                        <a:latin typeface="Aptos" panose="020B0004020202020204" pitchFamily="34" charset="0"/>
                      </a:endParaRPr>
                    </a:p>
                  </a:txBody>
                  <a:tcP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latin typeface="Aptos" panose="020B0004020202020204" pitchFamily="34" charset="0"/>
                      </a:endParaRPr>
                    </a:p>
                  </a:txBody>
                  <a:tcP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532057"/>
                  </a:ext>
                </a:extLst>
              </a:tr>
              <a:tr h="386718">
                <a:tc>
                  <a:txBody>
                    <a:bodyPr/>
                    <a:lstStyle/>
                    <a:p>
                      <a:r>
                        <a:rPr lang="en-US" sz="1300" b="1" baseline="0">
                          <a:solidFill>
                            <a:schemeClr val="bg1"/>
                          </a:solidFill>
                          <a:latin typeface="Aptos" panose="020B0004020202020204" pitchFamily="34" charset="0"/>
                        </a:rPr>
                        <a:t>SECURITY</a:t>
                      </a:r>
                    </a:p>
                  </a:txBody>
                  <a:tcPr anchor="ct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r>
                        <a:rPr lang="en-US" sz="1300" b="1" baseline="0">
                          <a:solidFill>
                            <a:schemeClr val="bg1"/>
                          </a:solidFill>
                          <a:latin typeface="Aptos" panose="020B0004020202020204" pitchFamily="34" charset="0"/>
                        </a:rPr>
                        <a:t>Impact on our business</a:t>
                      </a:r>
                    </a:p>
                  </a:txBody>
                  <a:tcPr anchor="ct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3843113126"/>
                  </a:ext>
                </a:extLst>
              </a:tr>
              <a:tr h="1238087">
                <a:tc>
                  <a:txBody>
                    <a:bodyPr/>
                    <a:lstStyle/>
                    <a:p>
                      <a:endParaRPr lang="en-US" sz="1100">
                        <a:latin typeface="Aptos" panose="020B0004020202020204" pitchFamily="34" charset="0"/>
                      </a:endParaRPr>
                    </a:p>
                  </a:txBody>
                  <a:tcP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latin typeface="Aptos" panose="020B0004020202020204" pitchFamily="34" charset="0"/>
                      </a:endParaRPr>
                    </a:p>
                  </a:txBody>
                  <a:tcP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8483333"/>
                  </a:ext>
                </a:extLst>
              </a:tr>
              <a:tr h="386718">
                <a:tc>
                  <a:txBody>
                    <a:bodyPr/>
                    <a:lstStyle/>
                    <a:p>
                      <a:r>
                        <a:rPr lang="en-US" sz="1300" b="1" baseline="0">
                          <a:solidFill>
                            <a:schemeClr val="bg1"/>
                          </a:solidFill>
                          <a:latin typeface="Aptos" panose="020B0004020202020204" pitchFamily="34" charset="0"/>
                        </a:rPr>
                        <a:t>DIVERSITY &amp; INCLUSION</a:t>
                      </a:r>
                    </a:p>
                  </a:txBody>
                  <a:tcPr anchor="ct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r>
                        <a:rPr lang="en-US" sz="1300" b="1" baseline="0">
                          <a:solidFill>
                            <a:schemeClr val="bg1"/>
                          </a:solidFill>
                          <a:latin typeface="Aptos" panose="020B0004020202020204" pitchFamily="34" charset="0"/>
                        </a:rPr>
                        <a:t>Impact on our business</a:t>
                      </a:r>
                    </a:p>
                  </a:txBody>
                  <a:tcPr anchor="ct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solidFill>
                        <a:srgbClr val="C4E5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2261223571"/>
                  </a:ext>
                </a:extLst>
              </a:tr>
              <a:tr h="1213151">
                <a:tc>
                  <a:txBody>
                    <a:bodyPr/>
                    <a:lstStyle/>
                    <a:p>
                      <a:endParaRPr lang="en-US" sz="1100">
                        <a:latin typeface="Aptos" panose="020B0004020202020204" pitchFamily="34" charset="0"/>
                      </a:endParaRPr>
                    </a:p>
                  </a:txBody>
                  <a:tcPr>
                    <a:lnL w="12700" cap="flat" cmpd="sng" algn="ctr">
                      <a:noFill/>
                      <a:prstDash val="solid"/>
                      <a:round/>
                      <a:headEnd type="none" w="med" len="med"/>
                      <a:tailEnd type="none" w="med" len="med"/>
                    </a:lnL>
                    <a:lnR w="12700" cap="flat" cmpd="sng" algn="ctr">
                      <a:solidFill>
                        <a:srgbClr val="C4E5FF"/>
                      </a:solid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latin typeface="Aptos" panose="020B0004020202020204" pitchFamily="34" charset="0"/>
                      </a:endParaRPr>
                    </a:p>
                  </a:txBody>
                  <a:tcPr>
                    <a:lnL w="12700" cap="flat" cmpd="sng" algn="ctr">
                      <a:solidFill>
                        <a:srgbClr val="C4E5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4E5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81947621"/>
                  </a:ext>
                </a:extLst>
              </a:tr>
            </a:tbl>
          </a:graphicData>
        </a:graphic>
      </p:graphicFrame>
      <p:sp>
        <p:nvSpPr>
          <p:cNvPr id="17" name="Text Placeholder 15">
            <a:extLst>
              <a:ext uri="{FF2B5EF4-FFF2-40B4-BE49-F238E27FC236}">
                <a16:creationId xmlns:a16="http://schemas.microsoft.com/office/drawing/2014/main" id="{C5601152-7754-DD3F-B172-A7876057E1BF}"/>
              </a:ext>
            </a:extLst>
          </p:cNvPr>
          <p:cNvSpPr>
            <a:spLocks noGrp="1"/>
          </p:cNvSpPr>
          <p:nvPr>
            <p:ph type="body" sz="quarter" idx="11" hasCustomPrompt="1"/>
          </p:nvPr>
        </p:nvSpPr>
        <p:spPr>
          <a:xfrm>
            <a:off x="36698" y="2352953"/>
            <a:ext cx="3394109" cy="914096"/>
          </a:xfrm>
        </p:spPr>
        <p:txBody>
          <a:bodyPr/>
          <a:lstStyle>
            <a:lvl1pPr marL="0" indent="-166688" algn="l">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 💡Include SMART goals that apply.</a:t>
            </a:r>
          </a:p>
          <a:p>
            <a:pPr lvl="0"/>
            <a:endParaRPr lang="en-US"/>
          </a:p>
          <a:p>
            <a:pPr lvl="0"/>
            <a:endParaRPr lang="en-US"/>
          </a:p>
        </p:txBody>
      </p:sp>
      <p:sp>
        <p:nvSpPr>
          <p:cNvPr id="18" name="Text Placeholder 15">
            <a:extLst>
              <a:ext uri="{FF2B5EF4-FFF2-40B4-BE49-F238E27FC236}">
                <a16:creationId xmlns:a16="http://schemas.microsoft.com/office/drawing/2014/main" id="{F56F91FA-EAC6-4D9E-8008-D6F08224A241}"/>
              </a:ext>
            </a:extLst>
          </p:cNvPr>
          <p:cNvSpPr>
            <a:spLocks noGrp="1"/>
          </p:cNvSpPr>
          <p:nvPr>
            <p:ph type="body" sz="quarter" idx="12" hasCustomPrompt="1"/>
          </p:nvPr>
        </p:nvSpPr>
        <p:spPr>
          <a:xfrm>
            <a:off x="3449865" y="2352953"/>
            <a:ext cx="2602732"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19" name="Text Placeholder 15">
            <a:extLst>
              <a:ext uri="{FF2B5EF4-FFF2-40B4-BE49-F238E27FC236}">
                <a16:creationId xmlns:a16="http://schemas.microsoft.com/office/drawing/2014/main" id="{A380ED27-CF55-B11B-E477-BDD93A7629AE}"/>
              </a:ext>
            </a:extLst>
          </p:cNvPr>
          <p:cNvSpPr>
            <a:spLocks noGrp="1"/>
          </p:cNvSpPr>
          <p:nvPr>
            <p:ph type="body" sz="quarter" idx="13" hasCustomPrompt="1"/>
          </p:nvPr>
        </p:nvSpPr>
        <p:spPr>
          <a:xfrm>
            <a:off x="26424" y="5662568"/>
            <a:ext cx="3394109"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 💡Include SMART goals that apply</a:t>
            </a:r>
          </a:p>
        </p:txBody>
      </p:sp>
      <p:sp>
        <p:nvSpPr>
          <p:cNvPr id="20" name="Text Placeholder 15">
            <a:extLst>
              <a:ext uri="{FF2B5EF4-FFF2-40B4-BE49-F238E27FC236}">
                <a16:creationId xmlns:a16="http://schemas.microsoft.com/office/drawing/2014/main" id="{B45436ED-4597-D571-0F96-B3C143398BFB}"/>
              </a:ext>
            </a:extLst>
          </p:cNvPr>
          <p:cNvSpPr>
            <a:spLocks noGrp="1"/>
          </p:cNvSpPr>
          <p:nvPr>
            <p:ph type="body" sz="quarter" idx="14" hasCustomPrompt="1"/>
          </p:nvPr>
        </p:nvSpPr>
        <p:spPr>
          <a:xfrm>
            <a:off x="3439591" y="5662568"/>
            <a:ext cx="2602732"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21" name="Text Placeholder 15">
            <a:extLst>
              <a:ext uri="{FF2B5EF4-FFF2-40B4-BE49-F238E27FC236}">
                <a16:creationId xmlns:a16="http://schemas.microsoft.com/office/drawing/2014/main" id="{3161B0F0-140E-DE82-03C2-0B1503121D82}"/>
              </a:ext>
            </a:extLst>
          </p:cNvPr>
          <p:cNvSpPr>
            <a:spLocks noGrp="1"/>
          </p:cNvSpPr>
          <p:nvPr>
            <p:ph type="body" sz="quarter" idx="15" hasCustomPrompt="1"/>
          </p:nvPr>
        </p:nvSpPr>
        <p:spPr>
          <a:xfrm>
            <a:off x="6134965" y="2352953"/>
            <a:ext cx="3522989"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 💡Include SMART goals that apply.</a:t>
            </a:r>
          </a:p>
        </p:txBody>
      </p:sp>
      <p:sp>
        <p:nvSpPr>
          <p:cNvPr id="23" name="Text Placeholder 15">
            <a:extLst>
              <a:ext uri="{FF2B5EF4-FFF2-40B4-BE49-F238E27FC236}">
                <a16:creationId xmlns:a16="http://schemas.microsoft.com/office/drawing/2014/main" id="{A431BE8F-86E3-7B69-4A74-7400E70EDC8F}"/>
              </a:ext>
            </a:extLst>
          </p:cNvPr>
          <p:cNvSpPr>
            <a:spLocks noGrp="1"/>
          </p:cNvSpPr>
          <p:nvPr>
            <p:ph type="body" sz="quarter" idx="17" hasCustomPrompt="1"/>
          </p:nvPr>
        </p:nvSpPr>
        <p:spPr>
          <a:xfrm>
            <a:off x="6124691" y="4030658"/>
            <a:ext cx="3522989"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a:t>
            </a:r>
          </a:p>
        </p:txBody>
      </p:sp>
      <p:sp>
        <p:nvSpPr>
          <p:cNvPr id="24" name="Text Placeholder 15">
            <a:extLst>
              <a:ext uri="{FF2B5EF4-FFF2-40B4-BE49-F238E27FC236}">
                <a16:creationId xmlns:a16="http://schemas.microsoft.com/office/drawing/2014/main" id="{A17C6EFA-4057-AE18-6EB5-394717024E5C}"/>
              </a:ext>
            </a:extLst>
          </p:cNvPr>
          <p:cNvSpPr>
            <a:spLocks noGrp="1"/>
          </p:cNvSpPr>
          <p:nvPr>
            <p:ph type="body" sz="quarter" idx="18" hasCustomPrompt="1"/>
          </p:nvPr>
        </p:nvSpPr>
        <p:spPr>
          <a:xfrm>
            <a:off x="9680978" y="4030658"/>
            <a:ext cx="2509652" cy="507831"/>
          </a:xfrm>
        </p:spPr>
        <p:txBody>
          <a:bodyPr/>
          <a:lstStyle>
            <a:lvl1pPr marL="0" indent="-163513">
              <a:spcBef>
                <a:spcPts val="264"/>
              </a:spcBef>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6" name="Text Placeholder 15">
            <a:extLst>
              <a:ext uri="{FF2B5EF4-FFF2-40B4-BE49-F238E27FC236}">
                <a16:creationId xmlns:a16="http://schemas.microsoft.com/office/drawing/2014/main" id="{30591CC5-56E4-63B0-D813-78DAABF0C1F3}"/>
              </a:ext>
            </a:extLst>
          </p:cNvPr>
          <p:cNvSpPr>
            <a:spLocks noGrp="1"/>
          </p:cNvSpPr>
          <p:nvPr>
            <p:ph type="body" sz="quarter" idx="40" hasCustomPrompt="1"/>
          </p:nvPr>
        </p:nvSpPr>
        <p:spPr>
          <a:xfrm>
            <a:off x="6124691" y="5662568"/>
            <a:ext cx="3522989"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a:t>
            </a:r>
          </a:p>
        </p:txBody>
      </p:sp>
      <p:sp>
        <p:nvSpPr>
          <p:cNvPr id="32" name="Text Placeholder 15">
            <a:extLst>
              <a:ext uri="{FF2B5EF4-FFF2-40B4-BE49-F238E27FC236}">
                <a16:creationId xmlns:a16="http://schemas.microsoft.com/office/drawing/2014/main" id="{71D5BCD3-E0D0-1795-C83B-787A73CC8D81}"/>
              </a:ext>
            </a:extLst>
          </p:cNvPr>
          <p:cNvSpPr>
            <a:spLocks noGrp="1"/>
          </p:cNvSpPr>
          <p:nvPr>
            <p:ph type="body" sz="quarter" idx="41" hasCustomPrompt="1"/>
          </p:nvPr>
        </p:nvSpPr>
        <p:spPr>
          <a:xfrm>
            <a:off x="9680978" y="5662568"/>
            <a:ext cx="2509652" cy="507831"/>
          </a:xfrm>
        </p:spPr>
        <p:txBody>
          <a:bodyPr/>
          <a:lstStyle>
            <a:lvl1pPr marL="0" indent="-163513">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36" name="Text Placeholder 15">
            <a:extLst>
              <a:ext uri="{FF2B5EF4-FFF2-40B4-BE49-F238E27FC236}">
                <a16:creationId xmlns:a16="http://schemas.microsoft.com/office/drawing/2014/main" id="{8DECD31D-2BE1-9D5B-F641-38310C4EFAF3}"/>
              </a:ext>
            </a:extLst>
          </p:cNvPr>
          <p:cNvSpPr>
            <a:spLocks noGrp="1"/>
          </p:cNvSpPr>
          <p:nvPr>
            <p:ph type="body" sz="quarter" idx="42" hasCustomPrompt="1"/>
          </p:nvPr>
        </p:nvSpPr>
        <p:spPr>
          <a:xfrm>
            <a:off x="9691252" y="2352953"/>
            <a:ext cx="2509652" cy="507831"/>
          </a:xfrm>
        </p:spPr>
        <p:txBody>
          <a:bodyPr/>
          <a:lstStyle>
            <a:lvl1pPr marL="0" indent="-163513">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22" name="Text Placeholder 15">
            <a:extLst>
              <a:ext uri="{FF2B5EF4-FFF2-40B4-BE49-F238E27FC236}">
                <a16:creationId xmlns:a16="http://schemas.microsoft.com/office/drawing/2014/main" id="{B7705681-A641-7F9C-2792-D6BE477C61E7}"/>
              </a:ext>
            </a:extLst>
          </p:cNvPr>
          <p:cNvSpPr>
            <a:spLocks noGrp="1"/>
          </p:cNvSpPr>
          <p:nvPr>
            <p:ph type="body" sz="quarter" idx="43" hasCustomPrompt="1"/>
          </p:nvPr>
        </p:nvSpPr>
        <p:spPr>
          <a:xfrm>
            <a:off x="2561954" y="816998"/>
            <a:ext cx="930969"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a:t>
            </a:r>
          </a:p>
        </p:txBody>
      </p:sp>
    </p:spTree>
    <p:extLst>
      <p:ext uri="{BB962C8B-B14F-4D97-AF65-F5344CB8AC3E}">
        <p14:creationId xmlns:p14="http://schemas.microsoft.com/office/powerpoint/2010/main" val="41531218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Header Line Title and Content">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EB68832-7B5F-ED24-73AE-77B99FBEE9E6}"/>
              </a:ext>
            </a:extLst>
          </p:cNvPr>
          <p:cNvSpPr/>
          <p:nvPr userDrawn="1"/>
        </p:nvSpPr>
        <p:spPr bwMode="auto">
          <a:xfrm>
            <a:off x="0" y="1946079"/>
            <a:ext cx="12165576" cy="491192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extBox 1">
            <a:extLst>
              <a:ext uri="{FF2B5EF4-FFF2-40B4-BE49-F238E27FC236}">
                <a16:creationId xmlns:a16="http://schemas.microsoft.com/office/drawing/2014/main" id="{5018EE84-47D7-541F-1FB1-204FD4A7C52A}"/>
              </a:ext>
            </a:extLst>
          </p:cNvPr>
          <p:cNvSpPr txBox="1"/>
          <p:nvPr userDrawn="1"/>
        </p:nvSpPr>
        <p:spPr>
          <a:xfrm>
            <a:off x="-24925" y="-1689"/>
            <a:ext cx="12227435" cy="369332"/>
          </a:xfrm>
          <a:prstGeom prst="rect">
            <a:avLst/>
          </a:prstGeom>
          <a:solidFill>
            <a:srgbClr val="0070C0"/>
          </a:solidFill>
        </p:spPr>
        <p:txBody>
          <a:bodyPr wrap="square" lIns="0" tIns="0" rIns="0" bIns="0" rtlCol="0">
            <a:spAutoFit/>
          </a:bodyPr>
          <a:lstStyle/>
          <a:p>
            <a:pPr algn="l"/>
            <a:endParaRPr lang="en-US" sz="1200" b="0">
              <a:solidFill>
                <a:schemeClr val="bg1"/>
              </a:solidFill>
              <a:latin typeface="Aptos" panose="020B0004020202020204" pitchFamily="34" charset="0"/>
            </a:endParaRPr>
          </a:p>
          <a:p>
            <a:pPr algn="l"/>
            <a:endParaRPr lang="en-US" sz="1200" b="0">
              <a:solidFill>
                <a:schemeClr val="bg1"/>
              </a:solidFill>
              <a:latin typeface="Aptos" panose="020B0004020202020204" pitchFamily="34" charset="0"/>
            </a:endParaRPr>
          </a:p>
        </p:txBody>
      </p:sp>
      <p:grpSp>
        <p:nvGrpSpPr>
          <p:cNvPr id="3" name="Group 2">
            <a:extLst>
              <a:ext uri="{FF2B5EF4-FFF2-40B4-BE49-F238E27FC236}">
                <a16:creationId xmlns:a16="http://schemas.microsoft.com/office/drawing/2014/main" id="{3CA1114D-EE5F-07C0-CB95-B6856F8F7C57}"/>
              </a:ext>
            </a:extLst>
          </p:cNvPr>
          <p:cNvGrpSpPr/>
          <p:nvPr userDrawn="1"/>
        </p:nvGrpSpPr>
        <p:grpSpPr>
          <a:xfrm>
            <a:off x="-24925" y="18948"/>
            <a:ext cx="12205252" cy="1928062"/>
            <a:chOff x="-13252" y="45925"/>
            <a:chExt cx="12205252" cy="1928062"/>
          </a:xfrm>
        </p:grpSpPr>
        <p:sp>
          <p:nvSpPr>
            <p:cNvPr id="5" name="Rectangle 4">
              <a:extLst>
                <a:ext uri="{FF2B5EF4-FFF2-40B4-BE49-F238E27FC236}">
                  <a16:creationId xmlns:a16="http://schemas.microsoft.com/office/drawing/2014/main" id="{3C5B4A23-9818-2F93-F08B-6CB91FECD660}"/>
                </a:ext>
              </a:extLst>
            </p:cNvPr>
            <p:cNvSpPr/>
            <p:nvPr userDrawn="1"/>
          </p:nvSpPr>
          <p:spPr bwMode="auto">
            <a:xfrm>
              <a:off x="15791" y="400185"/>
              <a:ext cx="3738062" cy="1571140"/>
            </a:xfrm>
            <a:prstGeom prst="rect">
              <a:avLst/>
            </a:prstGeom>
            <a:solidFill>
              <a:schemeClr val="accent1">
                <a:lumMod val="20000"/>
                <a:lumOff val="80000"/>
              </a:schemeClr>
            </a:solidFill>
            <a:ln w="127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865188" lvl="4" indent="0" fontAlgn="base">
                <a:tabLst/>
              </a:pPr>
              <a:endParaRPr lang="en-US" sz="1100" b="0" i="0" u="none" strike="noStrike">
                <a:solidFill>
                  <a:srgbClr val="000000"/>
                </a:solidFill>
                <a:effectLst/>
                <a:latin typeface="Aptos" panose="020B0004020202020204" pitchFamily="34" charset="0"/>
              </a:endParaRPr>
            </a:p>
            <a:p>
              <a:pPr marL="865188" lvl="4" indent="0" fontAlgn="base">
                <a:tabLst/>
              </a:pPr>
              <a:endParaRPr lang="en-US" sz="500" b="0" i="0" u="none" strike="noStrike">
                <a:solidFill>
                  <a:srgbClr val="000000"/>
                </a:solidFill>
                <a:effectLst/>
                <a:latin typeface="Aptos" panose="020B0004020202020204" pitchFamily="34" charset="0"/>
              </a:endParaRPr>
            </a:p>
            <a:p>
              <a:pPr marL="865188" lvl="4" indent="0" fontAlgn="base">
                <a:tabLst/>
              </a:pPr>
              <a:br>
                <a:rPr lang="en-US" sz="500" b="0" i="0" u="none" strike="noStrike">
                  <a:solidFill>
                    <a:srgbClr val="000000"/>
                  </a:solidFill>
                  <a:effectLst/>
                  <a:latin typeface="Aptos" panose="020B0004020202020204" pitchFamily="34" charset="0"/>
                </a:rPr>
              </a:br>
              <a:r>
                <a:rPr lang="en-US" sz="1100" b="0" i="0" u="none" strike="noStrike">
                  <a:solidFill>
                    <a:srgbClr val="000000"/>
                  </a:solidFill>
                  <a:effectLst/>
                  <a:latin typeface="Aptos" panose="020B0004020202020204" pitchFamily="34" charset="0"/>
                </a:rPr>
                <a:t>Level:  </a:t>
              </a:r>
            </a:p>
            <a:p>
              <a:pPr marL="865188" lvl="4" indent="0" fontAlgn="base">
                <a:tabLst/>
              </a:pPr>
              <a:endParaRPr lang="en-US" sz="1100" b="0" i="0" u="none" strike="noStrike">
                <a:solidFill>
                  <a:srgbClr val="000000"/>
                </a:solidFill>
                <a:effectLst/>
                <a:latin typeface="Aptos" panose="020B0004020202020204" pitchFamily="34" charset="0"/>
              </a:endParaRPr>
            </a:p>
            <a:p>
              <a:pPr marL="865188" lvl="4" indent="0" fontAlgn="base">
                <a:tabLst/>
              </a:pPr>
              <a:endParaRPr lang="en-US" sz="500" b="0" i="0" u="none" strike="noStrike">
                <a:solidFill>
                  <a:srgbClr val="000000"/>
                </a:solidFill>
                <a:effectLst/>
                <a:latin typeface="Aptos" panose="020B0004020202020204" pitchFamily="34" charset="0"/>
              </a:endParaRPr>
            </a:p>
            <a:p>
              <a:pPr marL="865188" lvl="4" indent="0" fontAlgn="base">
                <a:tabLst/>
              </a:pPr>
              <a:r>
                <a:rPr lang="en-US" sz="1100" b="0" i="0" u="none" strike="noStrike" err="1">
                  <a:solidFill>
                    <a:srgbClr val="000000"/>
                  </a:solidFill>
                  <a:effectLst/>
                  <a:latin typeface="Aptos" panose="020B0004020202020204" pitchFamily="34" charset="0"/>
                </a:rPr>
                <a:t>Mgr</a:t>
              </a:r>
              <a:r>
                <a:rPr lang="en-US" sz="1100" b="0" i="0" u="none" strike="noStrike">
                  <a:solidFill>
                    <a:srgbClr val="000000"/>
                  </a:solidFill>
                  <a:effectLst/>
                  <a:latin typeface="Aptos" panose="020B0004020202020204" pitchFamily="34" charset="0"/>
                </a:rPr>
                <a:t>:</a:t>
              </a:r>
            </a:p>
            <a:p>
              <a:pPr marL="865188" lvl="4" indent="0" fontAlgn="base">
                <a:tabLst/>
              </a:pPr>
              <a:r>
                <a:rPr lang="en-US" sz="1100" b="0" i="0" u="none" strike="noStrike">
                  <a:solidFill>
                    <a:srgbClr val="000000"/>
                  </a:solidFill>
                  <a:effectLst/>
                  <a:latin typeface="Aptos" panose="020B0004020202020204" pitchFamily="34" charset="0"/>
                </a:rPr>
                <a:t>Skip:</a:t>
              </a:r>
            </a:p>
          </p:txBody>
        </p:sp>
        <p:sp>
          <p:nvSpPr>
            <p:cNvPr id="8" name="TextBox 7">
              <a:extLst>
                <a:ext uri="{FF2B5EF4-FFF2-40B4-BE49-F238E27FC236}">
                  <a16:creationId xmlns:a16="http://schemas.microsoft.com/office/drawing/2014/main" id="{CA422A7C-4402-08C1-3C7B-706FE08BEEB2}"/>
                </a:ext>
              </a:extLst>
            </p:cNvPr>
            <p:cNvSpPr txBox="1"/>
            <p:nvPr/>
          </p:nvSpPr>
          <p:spPr>
            <a:xfrm>
              <a:off x="-13252" y="45925"/>
              <a:ext cx="12205252" cy="307777"/>
            </a:xfrm>
            <a:prstGeom prst="rect">
              <a:avLst/>
            </a:prstGeom>
            <a:solidFill>
              <a:srgbClr val="0070C0"/>
            </a:solidFill>
          </p:spPr>
          <p:txBody>
            <a:bodyPr wrap="square" lIns="0" tIns="0" rIns="0" bIns="0" rtlCol="0">
              <a:spAutoFit/>
            </a:bodyPr>
            <a:lstStyle/>
            <a:p>
              <a:pPr algn="l"/>
              <a:r>
                <a:rPr lang="en-US" sz="2000" b="1">
                  <a:solidFill>
                    <a:schemeClr val="bg1"/>
                  </a:solidFill>
                  <a:latin typeface="Aptos" panose="020B0004020202020204" pitchFamily="34" charset="0"/>
                </a:rPr>
                <a:t>   FY26H2 - Impact Headlines by Priority</a:t>
              </a:r>
              <a:endParaRPr lang="en-US" sz="1600" b="0">
                <a:solidFill>
                  <a:schemeClr val="bg1"/>
                </a:solidFill>
                <a:latin typeface="Aptos" panose="020B0004020202020204" pitchFamily="34" charset="0"/>
              </a:endParaRPr>
            </a:p>
          </p:txBody>
        </p:sp>
        <p:sp>
          <p:nvSpPr>
            <p:cNvPr id="9" name="Rectangle 8">
              <a:extLst>
                <a:ext uri="{FF2B5EF4-FFF2-40B4-BE49-F238E27FC236}">
                  <a16:creationId xmlns:a16="http://schemas.microsoft.com/office/drawing/2014/main" id="{A51D07A2-2565-D3F4-90D3-D6248580946C}"/>
                </a:ext>
              </a:extLst>
            </p:cNvPr>
            <p:cNvSpPr/>
            <p:nvPr/>
          </p:nvSpPr>
          <p:spPr bwMode="auto">
            <a:xfrm>
              <a:off x="3783093" y="400185"/>
              <a:ext cx="4030251" cy="1572870"/>
            </a:xfrm>
            <a:prstGeom prst="rect">
              <a:avLst/>
            </a:prstGeom>
            <a:solidFill>
              <a:srgbClr val="DFF1CB"/>
            </a:solidFill>
            <a:ln w="127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91440" bIns="45720" numCol="1" spcCol="0" rtlCol="0" fromWordArt="0" anchor="t" anchorCtr="0" forceAA="0" compatLnSpc="1">
              <a:prstTxWarp prst="textNoShape">
                <a:avLst/>
              </a:prstTxWarp>
              <a:noAutofit/>
            </a:bodyPr>
            <a:lstStyle/>
            <a:p>
              <a:pPr marL="7938"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rPr>
                <a:t>| Content Areas, v-teams, projects</a:t>
              </a:r>
            </a:p>
            <a:p>
              <a:pPr marL="7938" marR="0" lvl="0" indent="0" algn="l" defTabSz="932472"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7938" marR="0" lvl="0" indent="0" algn="l" defTabSz="932472"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7938" marR="0" lvl="0" indent="0" algn="l"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7938"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cs typeface="Segoe UI" pitchFamily="34" charset="0"/>
                </a:rPr>
                <a:t>| Changes &amp; challenges</a:t>
              </a:r>
            </a:p>
            <a:p>
              <a:pPr marL="7938" marR="0" lvl="0" indent="0" algn="l" defTabSz="932472"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endParaRPr>
            </a:p>
          </p:txBody>
        </p:sp>
        <p:sp>
          <p:nvSpPr>
            <p:cNvPr id="10" name="Rectangle 9">
              <a:extLst>
                <a:ext uri="{FF2B5EF4-FFF2-40B4-BE49-F238E27FC236}">
                  <a16:creationId xmlns:a16="http://schemas.microsoft.com/office/drawing/2014/main" id="{7DB798AE-BE0B-5B40-2E4E-421EC9ADC1AC}"/>
                </a:ext>
              </a:extLst>
            </p:cNvPr>
            <p:cNvSpPr/>
            <p:nvPr/>
          </p:nvSpPr>
          <p:spPr bwMode="auto">
            <a:xfrm>
              <a:off x="7844166" y="400185"/>
              <a:ext cx="4323949" cy="1573802"/>
            </a:xfrm>
            <a:prstGeom prst="rect">
              <a:avLst/>
            </a:prstGeom>
            <a:solidFill>
              <a:srgbClr val="C4E5FF"/>
            </a:solidFill>
            <a:ln w="127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91440" bIns="45720" numCol="1" spcCol="0" rtlCol="0" fromWordArt="0" anchor="t" anchorCtr="0" forceAA="0" compatLnSpc="1">
              <a:prstTxWarp prst="textNoShape">
                <a:avLst/>
              </a:prstTxWarp>
              <a:noAutofit/>
            </a:bodyPr>
            <a:lstStyle/>
            <a:p>
              <a:pPr algn="l" defTabSz="932472" fontAlgn="base">
                <a:spcBef>
                  <a:spcPct val="0"/>
                </a:spcBef>
                <a:spcAft>
                  <a:spcPct val="0"/>
                </a:spcAft>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rPr>
                <a:t>| </a:t>
              </a:r>
              <a:r>
                <a:rPr lang="en-US" sz="1200" b="1" i="0">
                  <a:solidFill>
                    <a:schemeClr val="tx1"/>
                  </a:solidFill>
                  <a:latin typeface="Aptos" panose="020B0004020202020204" pitchFamily="34" charset="0"/>
                  <a:ea typeface="Segoe UI" pitchFamily="34" charset="0"/>
                  <a:cs typeface="Segoe UI" pitchFamily="34" charset="0"/>
                </a:rPr>
                <a:t>Self-development applied to work</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Segoe UI" pitchFamily="34" charset="0"/>
                  <a:cs typeface="Segoe UI" pitchFamily="34" charset="0"/>
                </a:rPr>
                <a:t> </a:t>
              </a:r>
            </a:p>
            <a:p>
              <a:pPr marL="238125" indent="-238125" defTabSz="932472" fontAlgn="base">
                <a:spcBef>
                  <a:spcPct val="0"/>
                </a:spcBef>
                <a:spcAft>
                  <a:spcPct val="0"/>
                </a:spcAft>
                <a:buFont typeface="Arial" panose="020B0604020202020204" pitchFamily="34" charset="0"/>
                <a:buChar char="•"/>
              </a:pPr>
              <a:endParaRPr lang="en-US" sz="1200">
                <a:solidFill>
                  <a:schemeClr val="tx1"/>
                </a:solidFill>
                <a:latin typeface="Aptos" panose="020B0004020202020204" pitchFamily="34" charset="0"/>
                <a:cs typeface="Segoe UI" pitchFamily="34" charset="0"/>
              </a:endParaRPr>
            </a:p>
            <a:p>
              <a:pPr marL="238125" indent="-238125" defTabSz="932472" fontAlgn="base">
                <a:spcBef>
                  <a:spcPct val="0"/>
                </a:spcBef>
                <a:spcAft>
                  <a:spcPct val="0"/>
                </a:spcAft>
                <a:buFont typeface="Arial" panose="020B0604020202020204" pitchFamily="34" charset="0"/>
                <a:buChar char="•"/>
              </a:pPr>
              <a:endParaRPr lang="en-US" sz="1200">
                <a:solidFill>
                  <a:schemeClr val="tx1"/>
                </a:solidFill>
                <a:latin typeface="Aptos" panose="020B0004020202020204" pitchFamily="34" charset="0"/>
                <a:cs typeface="Segoe UI" pitchFamily="34" charset="0"/>
              </a:endParaRPr>
            </a:p>
            <a:p>
              <a:pPr marL="0" indent="0" defTabSz="932472" fontAlgn="base">
                <a:spcBef>
                  <a:spcPct val="0"/>
                </a:spcBef>
                <a:spcAft>
                  <a:spcPct val="0"/>
                </a:spcAft>
                <a:buFont typeface="Arial" panose="020B0604020202020204" pitchFamily="34" charset="0"/>
                <a:buNone/>
              </a:pPr>
              <a:endParaRPr lang="en-US" sz="1200">
                <a:solidFill>
                  <a:schemeClr val="tx1"/>
                </a:solidFill>
                <a:latin typeface="Aptos" panose="020B0004020202020204" pitchFamily="34" charset="0"/>
                <a:cs typeface="Segoe UI" pitchFamily="34"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lang="en-US" sz="1200">
                <a:solidFill>
                  <a:schemeClr val="tx1"/>
                </a:solidFill>
                <a:latin typeface="Aptos" panose="020B0004020202020204" pitchFamily="34" charset="0"/>
                <a:ea typeface="Segoe UI" pitchFamily="34" charset="0"/>
                <a:cs typeface="Segoe UI" pitchFamily="34" charset="0"/>
              </a:endParaRPr>
            </a:p>
            <a:p>
              <a:pPr marL="238125" indent="-238125" defTabSz="932472" fontAlgn="base">
                <a:spcBef>
                  <a:spcPct val="0"/>
                </a:spcBef>
                <a:spcAft>
                  <a:spcPct val="0"/>
                </a:spcAft>
                <a:buFont typeface="Arial" panose="020B0604020202020204" pitchFamily="34" charset="0"/>
                <a:buChar char="•"/>
              </a:pPr>
              <a:endParaRPr lang="en-US" sz="1200">
                <a:solidFill>
                  <a:schemeClr val="tx1"/>
                </a:solidFill>
                <a:latin typeface="Aptos" panose="020B0004020202020204" pitchFamily="34" charset="0"/>
                <a:cs typeface="Segoe UI" pitchFamily="34" charset="0"/>
              </a:endParaRPr>
            </a:p>
            <a:p>
              <a:pPr marL="0" indent="0" defTabSz="932472" fontAlgn="base">
                <a:spcBef>
                  <a:spcPct val="0"/>
                </a:spcBef>
                <a:spcAft>
                  <a:spcPct val="0"/>
                </a:spcAft>
                <a:buFont typeface="Arial" panose="020B0604020202020204" pitchFamily="34" charset="0"/>
                <a:buNone/>
              </a:pPr>
              <a:endParaRPr lang="en-US" sz="1200">
                <a:solidFill>
                  <a:schemeClr val="tx1"/>
                </a:solidFill>
                <a:latin typeface="Aptos" panose="020B0004020202020204" pitchFamily="34" charset="0"/>
                <a:cs typeface="Segoe UI" pitchFamily="34" charset="0"/>
              </a:endParaRPr>
            </a:p>
            <a:p>
              <a:pPr marL="0" indent="0" defTabSz="932472" fontAlgn="base">
                <a:spcBef>
                  <a:spcPct val="0"/>
                </a:spcBef>
                <a:spcAft>
                  <a:spcPct val="0"/>
                </a:spcAft>
                <a:buFont typeface="Arial" panose="020B0604020202020204" pitchFamily="34" charset="0"/>
                <a:buNone/>
              </a:pPr>
              <a:endParaRPr lang="en-US" sz="100">
                <a:solidFill>
                  <a:schemeClr val="tx1"/>
                </a:solidFill>
                <a:latin typeface="Aptos" panose="020B0004020202020204" pitchFamily="34" charset="0"/>
                <a:cs typeface="Segoe UI" pitchFamily="34" charset="0"/>
              </a:endParaRPr>
            </a:p>
            <a:p>
              <a:pPr marL="238125" indent="-238125" defTabSz="932472" fontAlgn="base">
                <a:spcBef>
                  <a:spcPct val="0"/>
                </a:spcBef>
                <a:spcAft>
                  <a:spcPct val="0"/>
                </a:spcAft>
                <a:buFont typeface="Arial" panose="020B0604020202020204" pitchFamily="34" charset="0"/>
                <a:buChar char="•"/>
              </a:pPr>
              <a:endParaRPr lang="en-US" sz="1200">
                <a:solidFill>
                  <a:schemeClr val="tx1"/>
                </a:solidFill>
                <a:latin typeface="Aptos" panose="020B0004020202020204" pitchFamily="34" charset="0"/>
                <a:cs typeface="Segoe UI" pitchFamily="34" charset="0"/>
              </a:endParaRPr>
            </a:p>
          </p:txBody>
        </p:sp>
      </p:grpSp>
      <p:sp>
        <p:nvSpPr>
          <p:cNvPr id="14" name="TextBox 13">
            <a:extLst>
              <a:ext uri="{FF2B5EF4-FFF2-40B4-BE49-F238E27FC236}">
                <a16:creationId xmlns:a16="http://schemas.microsoft.com/office/drawing/2014/main" id="{0AE99576-89FF-8F5C-EADE-E604EB423CF5}"/>
              </a:ext>
            </a:extLst>
          </p:cNvPr>
          <p:cNvSpPr txBox="1"/>
          <p:nvPr userDrawn="1"/>
        </p:nvSpPr>
        <p:spPr>
          <a:xfrm>
            <a:off x="9071113" y="45816"/>
            <a:ext cx="3107635" cy="261610"/>
          </a:xfrm>
          <a:prstGeom prst="rect">
            <a:avLst/>
          </a:prstGeom>
          <a:noFill/>
        </p:spPr>
        <p:txBody>
          <a:bodyPr wrap="square">
            <a:spAutoFit/>
          </a:bodyPr>
          <a:lstStyle/>
          <a:p>
            <a:pPr algn="r"/>
            <a:r>
              <a:rPr lang="en-US" sz="1100" b="1">
                <a:solidFill>
                  <a:schemeClr val="bg1"/>
                </a:solidFill>
                <a:latin typeface="Aptos" panose="020B0004020202020204" pitchFamily="34" charset="0"/>
              </a:rPr>
              <a:t> Use minimum of 11 pt. font</a:t>
            </a:r>
          </a:p>
        </p:txBody>
      </p:sp>
      <p:sp>
        <p:nvSpPr>
          <p:cNvPr id="16" name="Text Placeholder 15">
            <a:extLst>
              <a:ext uri="{FF2B5EF4-FFF2-40B4-BE49-F238E27FC236}">
                <a16:creationId xmlns:a16="http://schemas.microsoft.com/office/drawing/2014/main" id="{8FAC2F91-ADB5-97DC-8AE2-5C6451C8CBA3}"/>
              </a:ext>
            </a:extLst>
          </p:cNvPr>
          <p:cNvSpPr>
            <a:spLocks noGrp="1"/>
          </p:cNvSpPr>
          <p:nvPr>
            <p:ph type="body" sz="quarter" idx="10" hasCustomPrompt="1"/>
          </p:nvPr>
        </p:nvSpPr>
        <p:spPr>
          <a:xfrm>
            <a:off x="75853" y="426054"/>
            <a:ext cx="2736777" cy="246221"/>
          </a:xfrm>
        </p:spPr>
        <p:txBody>
          <a:bodyPr/>
          <a:lstStyle>
            <a:lvl1pPr marL="0" indent="0">
              <a:buNone/>
              <a:defRPr sz="1600" b="1" i="0" cap="small" baseline="0">
                <a:solidFill>
                  <a:srgbClr val="02477D"/>
                </a:solidFill>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&lt;Enter your full name&gt;</a:t>
            </a:r>
          </a:p>
        </p:txBody>
      </p:sp>
      <p:sp>
        <p:nvSpPr>
          <p:cNvPr id="25" name="Text Placeholder 15">
            <a:extLst>
              <a:ext uri="{FF2B5EF4-FFF2-40B4-BE49-F238E27FC236}">
                <a16:creationId xmlns:a16="http://schemas.microsoft.com/office/drawing/2014/main" id="{DC667740-E9EF-33E1-E3D5-2980CE33EAC5}"/>
              </a:ext>
            </a:extLst>
          </p:cNvPr>
          <p:cNvSpPr>
            <a:spLocks noGrp="1"/>
          </p:cNvSpPr>
          <p:nvPr>
            <p:ph type="body" sz="quarter" idx="19" hasCustomPrompt="1"/>
          </p:nvPr>
        </p:nvSpPr>
        <p:spPr>
          <a:xfrm>
            <a:off x="1473184" y="816998"/>
            <a:ext cx="930969"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a:t>
            </a:r>
          </a:p>
        </p:txBody>
      </p:sp>
      <p:sp>
        <p:nvSpPr>
          <p:cNvPr id="26" name="Text Placeholder 15">
            <a:extLst>
              <a:ext uri="{FF2B5EF4-FFF2-40B4-BE49-F238E27FC236}">
                <a16:creationId xmlns:a16="http://schemas.microsoft.com/office/drawing/2014/main" id="{7203D37B-F9EC-3295-40F3-D112B1269933}"/>
              </a:ext>
            </a:extLst>
          </p:cNvPr>
          <p:cNvSpPr>
            <a:spLocks noGrp="1"/>
          </p:cNvSpPr>
          <p:nvPr>
            <p:ph type="body" sz="quarter" idx="20" hasCustomPrompt="1"/>
          </p:nvPr>
        </p:nvSpPr>
        <p:spPr>
          <a:xfrm>
            <a:off x="1005201" y="999652"/>
            <a:ext cx="2748652"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&lt;Your title&gt;</a:t>
            </a:r>
          </a:p>
        </p:txBody>
      </p:sp>
      <p:sp>
        <p:nvSpPr>
          <p:cNvPr id="27" name="Text Placeholder 15">
            <a:extLst>
              <a:ext uri="{FF2B5EF4-FFF2-40B4-BE49-F238E27FC236}">
                <a16:creationId xmlns:a16="http://schemas.microsoft.com/office/drawing/2014/main" id="{B9CE8166-93CB-EED9-B75C-4FD4FCD4FF21}"/>
              </a:ext>
            </a:extLst>
          </p:cNvPr>
          <p:cNvSpPr>
            <a:spLocks noGrp="1"/>
          </p:cNvSpPr>
          <p:nvPr>
            <p:ph type="body" sz="quarter" idx="21" hasCustomPrompt="1"/>
          </p:nvPr>
        </p:nvSpPr>
        <p:spPr>
          <a:xfrm>
            <a:off x="1413971" y="1224849"/>
            <a:ext cx="2299394"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&lt;Manager name&gt;</a:t>
            </a:r>
          </a:p>
        </p:txBody>
      </p:sp>
      <p:sp>
        <p:nvSpPr>
          <p:cNvPr id="28" name="Text Placeholder 15">
            <a:extLst>
              <a:ext uri="{FF2B5EF4-FFF2-40B4-BE49-F238E27FC236}">
                <a16:creationId xmlns:a16="http://schemas.microsoft.com/office/drawing/2014/main" id="{0AAE5743-562F-E32B-EB2F-821DD6316A06}"/>
              </a:ext>
            </a:extLst>
          </p:cNvPr>
          <p:cNvSpPr>
            <a:spLocks noGrp="1"/>
          </p:cNvSpPr>
          <p:nvPr>
            <p:ph type="body" sz="quarter" idx="22" hasCustomPrompt="1"/>
          </p:nvPr>
        </p:nvSpPr>
        <p:spPr>
          <a:xfrm>
            <a:off x="1413969" y="1390982"/>
            <a:ext cx="2299395"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Michael Kluck</a:t>
            </a:r>
          </a:p>
        </p:txBody>
      </p:sp>
      <p:sp>
        <p:nvSpPr>
          <p:cNvPr id="29" name="Text Placeholder 15">
            <a:extLst>
              <a:ext uri="{FF2B5EF4-FFF2-40B4-BE49-F238E27FC236}">
                <a16:creationId xmlns:a16="http://schemas.microsoft.com/office/drawing/2014/main" id="{93400710-F6A1-DEA3-87B5-A2FB282B7BE0}"/>
              </a:ext>
            </a:extLst>
          </p:cNvPr>
          <p:cNvSpPr>
            <a:spLocks noGrp="1"/>
          </p:cNvSpPr>
          <p:nvPr>
            <p:ph type="body" sz="quarter" idx="23" hasCustomPrompt="1"/>
          </p:nvPr>
        </p:nvSpPr>
        <p:spPr>
          <a:xfrm>
            <a:off x="3785509" y="649783"/>
            <a:ext cx="3920761" cy="338554"/>
          </a:xfrm>
        </p:spPr>
        <p:txBody>
          <a:bodyPr/>
          <a:lstStyle>
            <a:lvl1pPr marL="241300" indent="-123825">
              <a:buFont typeface="Arial" panose="020B0604020202020204" pitchFamily="34" charset="0"/>
              <a:buChar char="•"/>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&lt;Product name, area, project&gt;</a:t>
            </a:r>
            <a:br>
              <a:rPr lang="en-US"/>
            </a:br>
            <a:endParaRPr lang="en-US"/>
          </a:p>
        </p:txBody>
      </p:sp>
      <p:sp>
        <p:nvSpPr>
          <p:cNvPr id="31" name="Text Placeholder 15">
            <a:extLst>
              <a:ext uri="{FF2B5EF4-FFF2-40B4-BE49-F238E27FC236}">
                <a16:creationId xmlns:a16="http://schemas.microsoft.com/office/drawing/2014/main" id="{846EDDEA-BB47-19D1-D669-A7611F57BEF7}"/>
              </a:ext>
            </a:extLst>
          </p:cNvPr>
          <p:cNvSpPr>
            <a:spLocks noGrp="1"/>
          </p:cNvSpPr>
          <p:nvPr>
            <p:ph type="body" sz="quarter" idx="25" hasCustomPrompt="1"/>
          </p:nvPr>
        </p:nvSpPr>
        <p:spPr>
          <a:xfrm>
            <a:off x="7858885" y="651707"/>
            <a:ext cx="3937698" cy="169277"/>
          </a:xfrm>
        </p:spPr>
        <p:txBody>
          <a:bodyPr/>
          <a:lstStyle>
            <a:lvl1pPr marL="117475"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marL="241300" marR="0" lvl="0" indent="-12382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lang="en-US"/>
              <a:t>&lt;Notable growth areas&gt;</a:t>
            </a:r>
          </a:p>
        </p:txBody>
      </p:sp>
      <p:sp>
        <p:nvSpPr>
          <p:cNvPr id="15" name="Text Placeholder 15">
            <a:extLst>
              <a:ext uri="{FF2B5EF4-FFF2-40B4-BE49-F238E27FC236}">
                <a16:creationId xmlns:a16="http://schemas.microsoft.com/office/drawing/2014/main" id="{34B34310-4324-A4C7-0F02-DD6AF98004E0}"/>
              </a:ext>
            </a:extLst>
          </p:cNvPr>
          <p:cNvSpPr>
            <a:spLocks noGrp="1"/>
          </p:cNvSpPr>
          <p:nvPr>
            <p:ph type="body" sz="quarter" idx="26" hasCustomPrompt="1"/>
          </p:nvPr>
        </p:nvSpPr>
        <p:spPr>
          <a:xfrm>
            <a:off x="3789120" y="1533147"/>
            <a:ext cx="3937698" cy="169277"/>
          </a:xfrm>
        </p:spPr>
        <p:txBody>
          <a:bodyPr/>
          <a:lstStyle>
            <a:lvl1pPr marL="241300" indent="-123825">
              <a:buFont typeface="Arial" panose="020B0604020202020204" pitchFamily="34" charset="0"/>
              <a:buChar char="•"/>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&lt;Significantly impacting work&gt;</a:t>
            </a:r>
          </a:p>
        </p:txBody>
      </p:sp>
      <p:sp>
        <p:nvSpPr>
          <p:cNvPr id="17" name="Text Placeholder 15">
            <a:extLst>
              <a:ext uri="{FF2B5EF4-FFF2-40B4-BE49-F238E27FC236}">
                <a16:creationId xmlns:a16="http://schemas.microsoft.com/office/drawing/2014/main" id="{C5601152-7754-DD3F-B172-A7876057E1BF}"/>
              </a:ext>
            </a:extLst>
          </p:cNvPr>
          <p:cNvSpPr>
            <a:spLocks noGrp="1"/>
          </p:cNvSpPr>
          <p:nvPr>
            <p:ph type="body" sz="quarter" idx="11" hasCustomPrompt="1"/>
          </p:nvPr>
        </p:nvSpPr>
        <p:spPr>
          <a:xfrm>
            <a:off x="26424" y="2352953"/>
            <a:ext cx="3394109" cy="914096"/>
          </a:xfrm>
        </p:spPr>
        <p:txBody>
          <a:bodyPr/>
          <a:lstStyle>
            <a:lvl1pPr marL="0" indent="-166688" algn="l">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 💡Include SMART goals that apply.</a:t>
            </a:r>
          </a:p>
          <a:p>
            <a:pPr lvl="0"/>
            <a:endParaRPr lang="en-US"/>
          </a:p>
          <a:p>
            <a:pPr lvl="0"/>
            <a:endParaRPr lang="en-US"/>
          </a:p>
        </p:txBody>
      </p:sp>
      <p:sp>
        <p:nvSpPr>
          <p:cNvPr id="18" name="Text Placeholder 15">
            <a:extLst>
              <a:ext uri="{FF2B5EF4-FFF2-40B4-BE49-F238E27FC236}">
                <a16:creationId xmlns:a16="http://schemas.microsoft.com/office/drawing/2014/main" id="{F56F91FA-EAC6-4D9E-8008-D6F08224A241}"/>
              </a:ext>
            </a:extLst>
          </p:cNvPr>
          <p:cNvSpPr>
            <a:spLocks noGrp="1"/>
          </p:cNvSpPr>
          <p:nvPr>
            <p:ph type="body" sz="quarter" idx="12" hasCustomPrompt="1"/>
          </p:nvPr>
        </p:nvSpPr>
        <p:spPr>
          <a:xfrm>
            <a:off x="3439591" y="2352953"/>
            <a:ext cx="2602732"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19" name="Text Placeholder 15">
            <a:extLst>
              <a:ext uri="{FF2B5EF4-FFF2-40B4-BE49-F238E27FC236}">
                <a16:creationId xmlns:a16="http://schemas.microsoft.com/office/drawing/2014/main" id="{A380ED27-CF55-B11B-E477-BDD93A7629AE}"/>
              </a:ext>
            </a:extLst>
          </p:cNvPr>
          <p:cNvSpPr>
            <a:spLocks noGrp="1"/>
          </p:cNvSpPr>
          <p:nvPr>
            <p:ph type="body" sz="quarter" idx="13" hasCustomPrompt="1"/>
          </p:nvPr>
        </p:nvSpPr>
        <p:spPr>
          <a:xfrm>
            <a:off x="26424" y="5662568"/>
            <a:ext cx="3394109"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 💡Include SMART goals that apply</a:t>
            </a:r>
          </a:p>
        </p:txBody>
      </p:sp>
      <p:sp>
        <p:nvSpPr>
          <p:cNvPr id="20" name="Text Placeholder 15">
            <a:extLst>
              <a:ext uri="{FF2B5EF4-FFF2-40B4-BE49-F238E27FC236}">
                <a16:creationId xmlns:a16="http://schemas.microsoft.com/office/drawing/2014/main" id="{B45436ED-4597-D571-0F96-B3C143398BFB}"/>
              </a:ext>
            </a:extLst>
          </p:cNvPr>
          <p:cNvSpPr>
            <a:spLocks noGrp="1"/>
          </p:cNvSpPr>
          <p:nvPr>
            <p:ph type="body" sz="quarter" idx="14" hasCustomPrompt="1"/>
          </p:nvPr>
        </p:nvSpPr>
        <p:spPr>
          <a:xfrm>
            <a:off x="3439591" y="5662568"/>
            <a:ext cx="2602732"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21" name="Text Placeholder 15">
            <a:extLst>
              <a:ext uri="{FF2B5EF4-FFF2-40B4-BE49-F238E27FC236}">
                <a16:creationId xmlns:a16="http://schemas.microsoft.com/office/drawing/2014/main" id="{3161B0F0-140E-DE82-03C2-0B1503121D82}"/>
              </a:ext>
            </a:extLst>
          </p:cNvPr>
          <p:cNvSpPr>
            <a:spLocks noGrp="1"/>
          </p:cNvSpPr>
          <p:nvPr>
            <p:ph type="body" sz="quarter" idx="15" hasCustomPrompt="1"/>
          </p:nvPr>
        </p:nvSpPr>
        <p:spPr>
          <a:xfrm>
            <a:off x="6124691" y="2352953"/>
            <a:ext cx="3522989"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 💡Include SMART goals that apply.</a:t>
            </a:r>
          </a:p>
        </p:txBody>
      </p:sp>
      <p:sp>
        <p:nvSpPr>
          <p:cNvPr id="23" name="Text Placeholder 15">
            <a:extLst>
              <a:ext uri="{FF2B5EF4-FFF2-40B4-BE49-F238E27FC236}">
                <a16:creationId xmlns:a16="http://schemas.microsoft.com/office/drawing/2014/main" id="{A431BE8F-86E3-7B69-4A74-7400E70EDC8F}"/>
              </a:ext>
            </a:extLst>
          </p:cNvPr>
          <p:cNvSpPr>
            <a:spLocks noGrp="1"/>
          </p:cNvSpPr>
          <p:nvPr>
            <p:ph type="body" sz="quarter" idx="17" hasCustomPrompt="1"/>
          </p:nvPr>
        </p:nvSpPr>
        <p:spPr>
          <a:xfrm>
            <a:off x="6124691" y="4030658"/>
            <a:ext cx="3522989"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a:t>
            </a:r>
          </a:p>
        </p:txBody>
      </p:sp>
      <p:sp>
        <p:nvSpPr>
          <p:cNvPr id="24" name="Text Placeholder 15">
            <a:extLst>
              <a:ext uri="{FF2B5EF4-FFF2-40B4-BE49-F238E27FC236}">
                <a16:creationId xmlns:a16="http://schemas.microsoft.com/office/drawing/2014/main" id="{A17C6EFA-4057-AE18-6EB5-394717024E5C}"/>
              </a:ext>
            </a:extLst>
          </p:cNvPr>
          <p:cNvSpPr>
            <a:spLocks noGrp="1"/>
          </p:cNvSpPr>
          <p:nvPr>
            <p:ph type="body" sz="quarter" idx="18" hasCustomPrompt="1"/>
          </p:nvPr>
        </p:nvSpPr>
        <p:spPr>
          <a:xfrm>
            <a:off x="9680978" y="4030658"/>
            <a:ext cx="2509652" cy="507831"/>
          </a:xfrm>
        </p:spPr>
        <p:txBody>
          <a:bodyPr/>
          <a:lstStyle>
            <a:lvl1pPr marL="0" indent="-163513">
              <a:spcBef>
                <a:spcPts val="264"/>
              </a:spcBef>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6" name="Text Placeholder 15">
            <a:extLst>
              <a:ext uri="{FF2B5EF4-FFF2-40B4-BE49-F238E27FC236}">
                <a16:creationId xmlns:a16="http://schemas.microsoft.com/office/drawing/2014/main" id="{30591CC5-56E4-63B0-D813-78DAABF0C1F3}"/>
              </a:ext>
            </a:extLst>
          </p:cNvPr>
          <p:cNvSpPr>
            <a:spLocks noGrp="1"/>
          </p:cNvSpPr>
          <p:nvPr>
            <p:ph type="body" sz="quarter" idx="40" hasCustomPrompt="1"/>
          </p:nvPr>
        </p:nvSpPr>
        <p:spPr>
          <a:xfrm>
            <a:off x="6124691" y="5662568"/>
            <a:ext cx="3522989" cy="507831"/>
          </a:xfrm>
        </p:spPr>
        <p:txBody>
          <a:bodyPr/>
          <a:lstStyle>
            <a:lvl1pPr marL="0" indent="-166688">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your actions and decisions here. Then, the results or effects that activity had on the business on the column to the right.</a:t>
            </a:r>
          </a:p>
        </p:txBody>
      </p:sp>
      <p:sp>
        <p:nvSpPr>
          <p:cNvPr id="32" name="Text Placeholder 15">
            <a:extLst>
              <a:ext uri="{FF2B5EF4-FFF2-40B4-BE49-F238E27FC236}">
                <a16:creationId xmlns:a16="http://schemas.microsoft.com/office/drawing/2014/main" id="{71D5BCD3-E0D0-1795-C83B-787A73CC8D81}"/>
              </a:ext>
            </a:extLst>
          </p:cNvPr>
          <p:cNvSpPr>
            <a:spLocks noGrp="1"/>
          </p:cNvSpPr>
          <p:nvPr>
            <p:ph type="body" sz="quarter" idx="41" hasCustomPrompt="1"/>
          </p:nvPr>
        </p:nvSpPr>
        <p:spPr>
          <a:xfrm>
            <a:off x="9680978" y="5662568"/>
            <a:ext cx="2509652" cy="507831"/>
          </a:xfrm>
        </p:spPr>
        <p:txBody>
          <a:bodyPr/>
          <a:lstStyle>
            <a:lvl1pPr marL="0" indent="-163513">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36" name="Text Placeholder 15">
            <a:extLst>
              <a:ext uri="{FF2B5EF4-FFF2-40B4-BE49-F238E27FC236}">
                <a16:creationId xmlns:a16="http://schemas.microsoft.com/office/drawing/2014/main" id="{8DECD31D-2BE1-9D5B-F641-38310C4EFAF3}"/>
              </a:ext>
            </a:extLst>
          </p:cNvPr>
          <p:cNvSpPr>
            <a:spLocks noGrp="1"/>
          </p:cNvSpPr>
          <p:nvPr>
            <p:ph type="body" sz="quarter" idx="42" hasCustomPrompt="1"/>
          </p:nvPr>
        </p:nvSpPr>
        <p:spPr>
          <a:xfrm>
            <a:off x="9680978" y="2352953"/>
            <a:ext cx="2509652" cy="507831"/>
          </a:xfrm>
        </p:spPr>
        <p:txBody>
          <a:bodyPr/>
          <a:lstStyle>
            <a:lvl1pPr marL="0" indent="-163513">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Enter the impact. Use data, facts,  or perspectives to support. Consider 3 circles of impact.</a:t>
            </a:r>
          </a:p>
        </p:txBody>
      </p:sp>
      <p:sp>
        <p:nvSpPr>
          <p:cNvPr id="22" name="Text Placeholder 15">
            <a:extLst>
              <a:ext uri="{FF2B5EF4-FFF2-40B4-BE49-F238E27FC236}">
                <a16:creationId xmlns:a16="http://schemas.microsoft.com/office/drawing/2014/main" id="{B7705681-A641-7F9C-2792-D6BE477C61E7}"/>
              </a:ext>
            </a:extLst>
          </p:cNvPr>
          <p:cNvSpPr>
            <a:spLocks noGrp="1"/>
          </p:cNvSpPr>
          <p:nvPr>
            <p:ph type="body" sz="quarter" idx="43" hasCustomPrompt="1"/>
          </p:nvPr>
        </p:nvSpPr>
        <p:spPr>
          <a:xfrm>
            <a:off x="2561954" y="816998"/>
            <a:ext cx="930969" cy="169277"/>
          </a:xfrm>
        </p:spPr>
        <p:txBody>
          <a:bodyPr/>
          <a:lstStyle>
            <a:lvl1pPr marL="69850" indent="0">
              <a:buFont typeface="+mj-lt"/>
              <a:buNone/>
              <a:tabLst/>
              <a:defRPr sz="1100" b="0" i="0">
                <a:latin typeface="Aptos" panose="020B0004020202020204" pitchFamily="34" charset="0"/>
              </a:defRPr>
            </a:lvl1pPr>
            <a:lvl2pPr>
              <a:defRPr sz="1600" b="1" i="0">
                <a:latin typeface="Aptos SemiBold" panose="020B0004020202020204" pitchFamily="34" charset="0"/>
              </a:defRPr>
            </a:lvl2pPr>
            <a:lvl3pPr>
              <a:defRPr sz="1600" b="1" i="0">
                <a:latin typeface="Aptos SemiBold" panose="020B0004020202020204" pitchFamily="34" charset="0"/>
              </a:defRPr>
            </a:lvl3pPr>
            <a:lvl4pPr>
              <a:defRPr sz="1600" b="1" i="0">
                <a:latin typeface="Aptos SemiBold" panose="020B0004020202020204" pitchFamily="34" charset="0"/>
              </a:defRPr>
            </a:lvl4pPr>
            <a:lvl5pPr>
              <a:defRPr sz="1600" b="1" i="0">
                <a:latin typeface="Aptos SemiBold" panose="020B0004020202020204" pitchFamily="34" charset="0"/>
              </a:defRPr>
            </a:lvl5pPr>
          </a:lstStyle>
          <a:p>
            <a:pPr lvl="0"/>
            <a:r>
              <a:rPr lang="en-US"/>
              <a:t>L</a:t>
            </a:r>
          </a:p>
        </p:txBody>
      </p:sp>
      <p:cxnSp>
        <p:nvCxnSpPr>
          <p:cNvPr id="7" name="Straight Connector 6">
            <a:extLst>
              <a:ext uri="{FF2B5EF4-FFF2-40B4-BE49-F238E27FC236}">
                <a16:creationId xmlns:a16="http://schemas.microsoft.com/office/drawing/2014/main" id="{41855356-E6EA-B7B6-8318-2ACEFF47E2E5}"/>
              </a:ext>
            </a:extLst>
          </p:cNvPr>
          <p:cNvCxnSpPr>
            <a:cxnSpLocks/>
          </p:cNvCxnSpPr>
          <p:nvPr userDrawn="1"/>
        </p:nvCxnSpPr>
        <p:spPr>
          <a:xfrm>
            <a:off x="6076849" y="1944348"/>
            <a:ext cx="15326" cy="4913652"/>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32945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C1B19-5835-4FE8-8B6E-BBC89BFE5B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30F05C-2D2E-416E-8F86-BE0325D32D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364371-FB49-4A8F-8E80-11D881DC3C8A}"/>
              </a:ext>
            </a:extLst>
          </p:cNvPr>
          <p:cNvSpPr>
            <a:spLocks noGrp="1"/>
          </p:cNvSpPr>
          <p:nvPr>
            <p:ph type="dt" sz="half" idx="10"/>
          </p:nvPr>
        </p:nvSpPr>
        <p:spPr/>
        <p:txBody>
          <a:bodyPr/>
          <a:lstStyle/>
          <a:p>
            <a:fld id="{67EA0433-77EC-4E44-9D1F-A8BD276A1DB5}" type="datetimeFigureOut">
              <a:rPr lang="en-US" smtClean="0"/>
              <a:t>4/17/2026</a:t>
            </a:fld>
            <a:endParaRPr lang="en-US"/>
          </a:p>
        </p:txBody>
      </p:sp>
      <p:sp>
        <p:nvSpPr>
          <p:cNvPr id="5" name="Footer Placeholder 4">
            <a:extLst>
              <a:ext uri="{FF2B5EF4-FFF2-40B4-BE49-F238E27FC236}">
                <a16:creationId xmlns:a16="http://schemas.microsoft.com/office/drawing/2014/main" id="{8CA04567-2481-4081-8A7D-0624543FB0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E151E-3DA4-4B39-A887-53CD77123329}"/>
              </a:ext>
            </a:extLst>
          </p:cNvPr>
          <p:cNvSpPr>
            <a:spLocks noGrp="1"/>
          </p:cNvSpPr>
          <p:nvPr>
            <p:ph type="sldNum" sz="quarter" idx="12"/>
          </p:nvPr>
        </p:nvSpPr>
        <p:spPr/>
        <p:txBody>
          <a:bodyPr/>
          <a:lstStyle/>
          <a:p>
            <a:fld id="{9AF10CC1-2827-439B-BB3C-5B307FD5DA8B}" type="slidenum">
              <a:rPr lang="en-US" smtClean="0"/>
              <a:t>‹#›</a:t>
            </a:fld>
            <a:endParaRPr lang="en-US"/>
          </a:p>
        </p:txBody>
      </p:sp>
    </p:spTree>
    <p:extLst>
      <p:ext uri="{BB962C8B-B14F-4D97-AF65-F5344CB8AC3E}">
        <p14:creationId xmlns:p14="http://schemas.microsoft.com/office/powerpoint/2010/main" val="705570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BEE6A8-48F6-4325-8825-428F6105C704}"/>
              </a:ext>
            </a:extLst>
          </p:cNvPr>
          <p:cNvSpPr>
            <a:spLocks noGrp="1"/>
          </p:cNvSpPr>
          <p:nvPr>
            <p:ph type="dt" sz="half" idx="10"/>
          </p:nvPr>
        </p:nvSpPr>
        <p:spPr/>
        <p:txBody>
          <a:bodyPr/>
          <a:lstStyle/>
          <a:p>
            <a:fld id="{67EA0433-77EC-4E44-9D1F-A8BD276A1DB5}" type="datetimeFigureOut">
              <a:rPr lang="en-US" smtClean="0"/>
              <a:t>4/17/2026</a:t>
            </a:fld>
            <a:endParaRPr lang="en-US"/>
          </a:p>
        </p:txBody>
      </p:sp>
      <p:sp>
        <p:nvSpPr>
          <p:cNvPr id="3" name="Footer Placeholder 2">
            <a:extLst>
              <a:ext uri="{FF2B5EF4-FFF2-40B4-BE49-F238E27FC236}">
                <a16:creationId xmlns:a16="http://schemas.microsoft.com/office/drawing/2014/main" id="{3AD96439-A574-4D27-8D0D-D6FA1081F2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198D98-6D77-41C7-AC41-58E1D2A14C12}"/>
              </a:ext>
            </a:extLst>
          </p:cNvPr>
          <p:cNvSpPr>
            <a:spLocks noGrp="1"/>
          </p:cNvSpPr>
          <p:nvPr>
            <p:ph type="sldNum" sz="quarter" idx="12"/>
          </p:nvPr>
        </p:nvSpPr>
        <p:spPr/>
        <p:txBody>
          <a:bodyPr/>
          <a:lstStyle/>
          <a:p>
            <a:fld id="{9AF10CC1-2827-439B-BB3C-5B307FD5DA8B}" type="slidenum">
              <a:rPr lang="en-US" smtClean="0"/>
              <a:t>‹#›</a:t>
            </a:fld>
            <a:endParaRPr lang="en-US"/>
          </a:p>
        </p:txBody>
      </p:sp>
    </p:spTree>
    <p:extLst>
      <p:ext uri="{BB962C8B-B14F-4D97-AF65-F5344CB8AC3E}">
        <p14:creationId xmlns:p14="http://schemas.microsoft.com/office/powerpoint/2010/main" val="1422220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21657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6432">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205385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92"/>
            <a:ext cx="11018520" cy="1908215"/>
          </a:xfrm>
        </p:spPr>
        <p:txBody>
          <a:bodyPr/>
          <a:lstStyle>
            <a:lvl1pPr marL="0" indent="0">
              <a:buNone/>
              <a:defRPr sz="2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2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03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377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49976"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1929216"/>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4" y="585792"/>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1384"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27561216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1" y="1436688"/>
            <a:ext cx="11018838" cy="2215991"/>
          </a:xfrm>
        </p:spPr>
        <p:txBody>
          <a:bodyPr>
            <a:spAutoFit/>
          </a:bodyPr>
          <a:lstStyle>
            <a:lvl1pPr>
              <a:defRPr sz="3599">
                <a:latin typeface="+mn-lt"/>
              </a:defRPr>
            </a:lvl1pPr>
            <a:lvl2pPr>
              <a:defRPr sz="2799">
                <a:latin typeface="+mn-lt"/>
              </a:defRPr>
            </a:lvl2pPr>
            <a:lvl3pPr>
              <a:defRPr sz="2399">
                <a:latin typeface="+mn-lt"/>
              </a:defRPr>
            </a:lvl3pPr>
            <a:lvl4pPr>
              <a:defRPr sz="1999">
                <a:latin typeface="+mn-lt"/>
              </a:defRPr>
            </a:lvl4pPr>
            <a:lvl5pPr>
              <a:defRPr sz="1799">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4" y="6269042"/>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6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33376794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mall title - half page">
    <p:bg>
      <p:bgRef idx="1001">
        <a:schemeClr val="bg2"/>
      </p:bgRef>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gradFill>
                  <a:gsLst>
                    <a:gs pos="1250">
                      <a:schemeClr val="tx1"/>
                    </a:gs>
                    <a:gs pos="100000">
                      <a:schemeClr val="tx1"/>
                    </a:gs>
                  </a:gsLst>
                  <a:lin ang="5400000" scaled="0"/>
                </a:gradFill>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545862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320">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9"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5395" r:id="rId1"/>
    <p:sldLayoutId id="2147485433" r:id="rId2"/>
    <p:sldLayoutId id="2147485434" r:id="rId3"/>
    <p:sldLayoutId id="2147485331" r:id="rId4"/>
    <p:sldLayoutId id="2147485332" r:id="rId5"/>
    <p:sldLayoutId id="2147485397" r:id="rId6"/>
    <p:sldLayoutId id="2147485398" r:id="rId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7"/>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1"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3"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29" tIns="146184" rIns="182729" bIns="146184" numCol="1" spcCol="0" rtlCol="0" fromWordArt="0" anchor="t" anchorCtr="0" forceAA="0" compatLnSpc="1">
            <a:prstTxWarp prst="textNoShape">
              <a:avLst/>
            </a:prstTxWarp>
            <a:noAutofit/>
          </a:bodyPr>
          <a:lstStyle/>
          <a:p>
            <a:pPr algn="ctr" defTabSz="931566" fontAlgn="base">
              <a:lnSpc>
                <a:spcPct val="90000"/>
              </a:lnSpc>
              <a:spcBef>
                <a:spcPct val="0"/>
              </a:spcBef>
              <a:spcAft>
                <a:spcPct val="0"/>
              </a:spcAft>
            </a:pPr>
            <a:endParaRPr lang="en-US" sz="2399">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1"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29" tIns="146184" rIns="182729" bIns="146184" numCol="1" spcCol="0" rtlCol="0" fromWordArt="0" anchor="t" anchorCtr="0" forceAA="0" compatLnSpc="1">
            <a:prstTxWarp prst="textNoShape">
              <a:avLst/>
            </a:prstTxWarp>
            <a:noAutofit/>
          </a:bodyPr>
          <a:lstStyle/>
          <a:p>
            <a:pPr algn="ctr" defTabSz="931566" fontAlgn="base">
              <a:lnSpc>
                <a:spcPct val="90000"/>
              </a:lnSpc>
              <a:spcBef>
                <a:spcPct val="0"/>
              </a:spcBef>
              <a:spcAft>
                <a:spcPct val="0"/>
              </a:spcAft>
            </a:pPr>
            <a:endParaRPr lang="en-US" sz="2399">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8"/>
          <a:srcRect l="762"/>
          <a:stretch/>
        </p:blipFill>
        <p:spPr>
          <a:xfrm rot="5400000">
            <a:off x="9464501" y="2843776"/>
            <a:ext cx="6858000" cy="1170455"/>
          </a:xfrm>
          <a:prstGeom prst="rect">
            <a:avLst/>
          </a:prstGeom>
        </p:spPr>
      </p:pic>
    </p:spTree>
    <p:extLst>
      <p:ext uri="{BB962C8B-B14F-4D97-AF65-F5344CB8AC3E}">
        <p14:creationId xmlns:p14="http://schemas.microsoft.com/office/powerpoint/2010/main" val="2180983992"/>
      </p:ext>
    </p:extLst>
  </p:cSld>
  <p:clrMap bg1="lt1" tx1="dk1" bg2="lt2" tx2="dk2" accent1="accent1" accent2="accent2" accent3="accent3" accent4="accent4" accent5="accent5" accent6="accent6" hlink="hlink" folHlink="folHlink"/>
  <p:sldLayoutIdLst>
    <p:sldLayoutId id="2147485425" r:id="rId1"/>
    <p:sldLayoutId id="2147485426" r:id="rId2"/>
    <p:sldLayoutId id="2147485427" r:id="rId3"/>
    <p:sldLayoutId id="2147485428" r:id="rId4"/>
    <p:sldLayoutId id="2147485429" r:id="rId5"/>
    <p:sldLayoutId id="2147485431" r:id="rId6"/>
  </p:sldLayoutIdLst>
  <p:transition>
    <p:fade/>
  </p:transition>
  <p:hf sldNum="0" hdr="0" ftr="0" dt="0"/>
  <p:txStyles>
    <p:titleStyle>
      <a:lvl1pPr algn="l" defTabSz="931835" rtl="0" eaLnBrk="1" latinLnBrk="0" hangingPunct="1">
        <a:lnSpc>
          <a:spcPct val="100000"/>
        </a:lnSpc>
        <a:spcBef>
          <a:spcPct val="0"/>
        </a:spcBef>
        <a:buNone/>
        <a:defRPr lang="en-US" sz="3599"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378" marR="0" indent="-228378" algn="l" defTabSz="93183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799"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6756" marR="0" indent="-228378" algn="l" defTabSz="93183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99" kern="1200" spc="0" baseline="0">
          <a:gradFill>
            <a:gsLst>
              <a:gs pos="1250">
                <a:schemeClr val="tx1"/>
              </a:gs>
              <a:gs pos="100000">
                <a:schemeClr val="tx1"/>
              </a:gs>
            </a:gsLst>
            <a:lin ang="5400000" scaled="0"/>
          </a:gradFill>
          <a:latin typeface="+mn-lt"/>
          <a:ea typeface="+mn-ea"/>
          <a:cs typeface="+mn-cs"/>
        </a:defRPr>
      </a:lvl2pPr>
      <a:lvl3pPr marL="656587" marR="0" indent="-199830" algn="l" defTabSz="93183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144" marR="0" indent="-180800" algn="l" defTabSz="93183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2942" marR="0" indent="-168112" algn="l" defTabSz="93183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2546" indent="-232960" algn="l" defTabSz="931835"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3028466" indent="-232960" algn="l" defTabSz="931835"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94384" indent="-232960" algn="l" defTabSz="931835"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960302" indent="-232960" algn="l" defTabSz="931835"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31835" rtl="0" eaLnBrk="1" latinLnBrk="0" hangingPunct="1">
        <a:defRPr sz="1799" kern="1200">
          <a:solidFill>
            <a:schemeClr val="tx1"/>
          </a:solidFill>
          <a:latin typeface="+mn-lt"/>
          <a:ea typeface="+mn-ea"/>
          <a:cs typeface="+mn-cs"/>
        </a:defRPr>
      </a:lvl1pPr>
      <a:lvl2pPr marL="465918" algn="l" defTabSz="931835" rtl="0" eaLnBrk="1" latinLnBrk="0" hangingPunct="1">
        <a:defRPr sz="1799" kern="1200">
          <a:solidFill>
            <a:schemeClr val="tx1"/>
          </a:solidFill>
          <a:latin typeface="+mn-lt"/>
          <a:ea typeface="+mn-ea"/>
          <a:cs typeface="+mn-cs"/>
        </a:defRPr>
      </a:lvl2pPr>
      <a:lvl3pPr marL="931835" algn="l" defTabSz="931835" rtl="0" eaLnBrk="1" latinLnBrk="0" hangingPunct="1">
        <a:defRPr sz="1799" kern="1200">
          <a:solidFill>
            <a:schemeClr val="tx1"/>
          </a:solidFill>
          <a:latin typeface="+mn-lt"/>
          <a:ea typeface="+mn-ea"/>
          <a:cs typeface="+mn-cs"/>
        </a:defRPr>
      </a:lvl3pPr>
      <a:lvl4pPr marL="1397754" algn="l" defTabSz="931835" rtl="0" eaLnBrk="1" latinLnBrk="0" hangingPunct="1">
        <a:defRPr sz="1799" kern="1200">
          <a:solidFill>
            <a:schemeClr val="tx1"/>
          </a:solidFill>
          <a:latin typeface="+mn-lt"/>
          <a:ea typeface="+mn-ea"/>
          <a:cs typeface="+mn-cs"/>
        </a:defRPr>
      </a:lvl4pPr>
      <a:lvl5pPr marL="1863672" algn="l" defTabSz="931835" rtl="0" eaLnBrk="1" latinLnBrk="0" hangingPunct="1">
        <a:defRPr sz="1799" kern="1200">
          <a:solidFill>
            <a:schemeClr val="tx1"/>
          </a:solidFill>
          <a:latin typeface="+mn-lt"/>
          <a:ea typeface="+mn-ea"/>
          <a:cs typeface="+mn-cs"/>
        </a:defRPr>
      </a:lvl5pPr>
      <a:lvl6pPr marL="2329590" algn="l" defTabSz="931835" rtl="0" eaLnBrk="1" latinLnBrk="0" hangingPunct="1">
        <a:defRPr sz="1799" kern="1200">
          <a:solidFill>
            <a:schemeClr val="tx1"/>
          </a:solidFill>
          <a:latin typeface="+mn-lt"/>
          <a:ea typeface="+mn-ea"/>
          <a:cs typeface="+mn-cs"/>
        </a:defRPr>
      </a:lvl6pPr>
      <a:lvl7pPr marL="2795507" algn="l" defTabSz="931835" rtl="0" eaLnBrk="1" latinLnBrk="0" hangingPunct="1">
        <a:defRPr sz="1799" kern="1200">
          <a:solidFill>
            <a:schemeClr val="tx1"/>
          </a:solidFill>
          <a:latin typeface="+mn-lt"/>
          <a:ea typeface="+mn-ea"/>
          <a:cs typeface="+mn-cs"/>
        </a:defRPr>
      </a:lvl7pPr>
      <a:lvl8pPr marL="3261425" algn="l" defTabSz="931835" rtl="0" eaLnBrk="1" latinLnBrk="0" hangingPunct="1">
        <a:defRPr sz="1799" kern="1200">
          <a:solidFill>
            <a:schemeClr val="tx1"/>
          </a:solidFill>
          <a:latin typeface="+mn-lt"/>
          <a:ea typeface="+mn-ea"/>
          <a:cs typeface="+mn-cs"/>
        </a:defRPr>
      </a:lvl8pPr>
      <a:lvl9pPr marL="3727343" algn="l" defTabSz="931835"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B9034D-1FB1-CEA8-02A8-DC87CFAA2558}"/>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0C63A68A-BD1C-3FD5-09B6-11BF9E76B390}"/>
              </a:ext>
            </a:extLst>
          </p:cNvPr>
          <p:cNvSpPr>
            <a:spLocks noGrp="1"/>
          </p:cNvSpPr>
          <p:nvPr>
            <p:ph type="body" sz="quarter" idx="19"/>
          </p:nvPr>
        </p:nvSpPr>
        <p:spPr/>
        <p:txBody>
          <a:bodyPr vert="horz" wrap="square" lIns="0" tIns="0" rIns="0" bIns="0" rtlCol="0" anchor="t">
            <a:spAutoFit/>
          </a:bodyPr>
          <a:lstStyle/>
          <a:p>
            <a:endParaRPr lang="en-US" dirty="0"/>
          </a:p>
        </p:txBody>
      </p:sp>
      <p:sp>
        <p:nvSpPr>
          <p:cNvPr id="4" name="Text Placeholder 3">
            <a:extLst>
              <a:ext uri="{FF2B5EF4-FFF2-40B4-BE49-F238E27FC236}">
                <a16:creationId xmlns:a16="http://schemas.microsoft.com/office/drawing/2014/main" id="{E7AE1803-041F-1D6B-2A5D-B8E97A9A60FE}"/>
              </a:ext>
            </a:extLst>
          </p:cNvPr>
          <p:cNvSpPr>
            <a:spLocks noGrp="1"/>
          </p:cNvSpPr>
          <p:nvPr>
            <p:ph type="body" sz="quarter" idx="20"/>
          </p:nvPr>
        </p:nvSpPr>
        <p:spPr/>
        <p:txBody>
          <a:bodyPr vert="horz" wrap="square" lIns="0" tIns="0" rIns="0" bIns="0" rtlCol="0" anchor="t">
            <a:spAutoFit/>
          </a:bodyPr>
          <a:lstStyle/>
          <a:p>
            <a:endParaRPr lang="en-US"/>
          </a:p>
        </p:txBody>
      </p:sp>
      <p:sp>
        <p:nvSpPr>
          <p:cNvPr id="5" name="Text Placeholder 4">
            <a:extLst>
              <a:ext uri="{FF2B5EF4-FFF2-40B4-BE49-F238E27FC236}">
                <a16:creationId xmlns:a16="http://schemas.microsoft.com/office/drawing/2014/main" id="{8B3E88F5-CA49-455B-7526-C18505F27A0A}"/>
              </a:ext>
            </a:extLst>
          </p:cNvPr>
          <p:cNvSpPr>
            <a:spLocks noGrp="1"/>
          </p:cNvSpPr>
          <p:nvPr>
            <p:ph type="body" sz="quarter" idx="21"/>
          </p:nvPr>
        </p:nvSpPr>
        <p:spPr/>
        <p:txBody>
          <a:bodyPr vert="horz" wrap="square" lIns="0" tIns="0" rIns="0" bIns="0" rtlCol="0" anchor="t">
            <a:spAutoFit/>
          </a:bodyPr>
          <a:lstStyle/>
          <a:p>
            <a:endParaRPr lang="en-US"/>
          </a:p>
        </p:txBody>
      </p:sp>
      <p:sp>
        <p:nvSpPr>
          <p:cNvPr id="6" name="Text Placeholder 5">
            <a:extLst>
              <a:ext uri="{FF2B5EF4-FFF2-40B4-BE49-F238E27FC236}">
                <a16:creationId xmlns:a16="http://schemas.microsoft.com/office/drawing/2014/main" id="{1CF127A8-A24D-96EF-08DD-C6D6717F6537}"/>
              </a:ext>
            </a:extLst>
          </p:cNvPr>
          <p:cNvSpPr>
            <a:spLocks noGrp="1"/>
          </p:cNvSpPr>
          <p:nvPr>
            <p:ph type="body" sz="quarter" idx="22"/>
          </p:nvPr>
        </p:nvSpPr>
        <p:spPr/>
        <p:txBody>
          <a:bodyPr vert="horz" wrap="square" lIns="0" tIns="0" rIns="0" bIns="0" rtlCol="0" anchor="t">
            <a:spAutoFit/>
          </a:bodyPr>
          <a:lstStyle/>
          <a:p>
            <a:endParaRPr lang="en-US" dirty="0" err="1"/>
          </a:p>
        </p:txBody>
      </p:sp>
      <p:sp>
        <p:nvSpPr>
          <p:cNvPr id="7" name="Text Placeholder 6">
            <a:extLst>
              <a:ext uri="{FF2B5EF4-FFF2-40B4-BE49-F238E27FC236}">
                <a16:creationId xmlns:a16="http://schemas.microsoft.com/office/drawing/2014/main" id="{E776F71C-01D2-3FB5-BC30-B6B19A3F2FAC}"/>
              </a:ext>
            </a:extLst>
          </p:cNvPr>
          <p:cNvSpPr>
            <a:spLocks noGrp="1"/>
          </p:cNvSpPr>
          <p:nvPr>
            <p:ph type="body" sz="quarter" idx="23"/>
          </p:nvPr>
        </p:nvSpPr>
        <p:spPr/>
        <p:txBody>
          <a:bodyPr/>
          <a:lstStyle/>
          <a:p>
            <a:endParaRPr lang="en-US"/>
          </a:p>
        </p:txBody>
      </p:sp>
      <p:sp>
        <p:nvSpPr>
          <p:cNvPr id="8" name="Text Placeholder 7">
            <a:extLst>
              <a:ext uri="{FF2B5EF4-FFF2-40B4-BE49-F238E27FC236}">
                <a16:creationId xmlns:a16="http://schemas.microsoft.com/office/drawing/2014/main" id="{9D5659C1-20AF-62AA-F667-1E069FC2496C}"/>
              </a:ext>
            </a:extLst>
          </p:cNvPr>
          <p:cNvSpPr>
            <a:spLocks noGrp="1"/>
          </p:cNvSpPr>
          <p:nvPr>
            <p:ph type="body" sz="quarter" idx="25"/>
          </p:nvPr>
        </p:nvSpPr>
        <p:spPr/>
        <p:txBody>
          <a:bodyPr/>
          <a:lstStyle/>
          <a:p>
            <a:endParaRPr lang="en-US"/>
          </a:p>
        </p:txBody>
      </p:sp>
      <p:sp>
        <p:nvSpPr>
          <p:cNvPr id="9" name="Text Placeholder 8">
            <a:extLst>
              <a:ext uri="{FF2B5EF4-FFF2-40B4-BE49-F238E27FC236}">
                <a16:creationId xmlns:a16="http://schemas.microsoft.com/office/drawing/2014/main" id="{D51530B0-155D-F249-1860-9E3DE98E185E}"/>
              </a:ext>
            </a:extLst>
          </p:cNvPr>
          <p:cNvSpPr>
            <a:spLocks noGrp="1"/>
          </p:cNvSpPr>
          <p:nvPr>
            <p:ph type="body" sz="quarter" idx="26"/>
          </p:nvPr>
        </p:nvSpPr>
        <p:spPr/>
        <p:txBody>
          <a:bodyPr/>
          <a:lstStyle/>
          <a:p>
            <a:endParaRPr lang="en-US"/>
          </a:p>
        </p:txBody>
      </p:sp>
      <p:sp>
        <p:nvSpPr>
          <p:cNvPr id="10" name="Text Placeholder 9">
            <a:extLst>
              <a:ext uri="{FF2B5EF4-FFF2-40B4-BE49-F238E27FC236}">
                <a16:creationId xmlns:a16="http://schemas.microsoft.com/office/drawing/2014/main" id="{6CB76313-2675-EC63-B149-3EABE9F18CB8}"/>
              </a:ext>
            </a:extLst>
          </p:cNvPr>
          <p:cNvSpPr>
            <a:spLocks noGrp="1"/>
          </p:cNvSpPr>
          <p:nvPr>
            <p:ph type="body" sz="quarter" idx="11"/>
          </p:nvPr>
        </p:nvSpPr>
        <p:spPr/>
        <p:txBody>
          <a:bodyPr/>
          <a:lstStyle/>
          <a:p>
            <a:endParaRPr lang="en-US"/>
          </a:p>
        </p:txBody>
      </p:sp>
      <p:sp>
        <p:nvSpPr>
          <p:cNvPr id="11" name="Text Placeholder 10">
            <a:extLst>
              <a:ext uri="{FF2B5EF4-FFF2-40B4-BE49-F238E27FC236}">
                <a16:creationId xmlns:a16="http://schemas.microsoft.com/office/drawing/2014/main" id="{0DFC6024-180F-13C9-6FFC-BA86EBD5F292}"/>
              </a:ext>
            </a:extLst>
          </p:cNvPr>
          <p:cNvSpPr>
            <a:spLocks noGrp="1"/>
          </p:cNvSpPr>
          <p:nvPr>
            <p:ph type="body" sz="quarter" idx="12"/>
          </p:nvPr>
        </p:nvSpPr>
        <p:spPr/>
        <p:txBody>
          <a:bodyPr/>
          <a:lstStyle/>
          <a:p>
            <a:endParaRPr lang="en-US"/>
          </a:p>
        </p:txBody>
      </p:sp>
      <p:sp>
        <p:nvSpPr>
          <p:cNvPr id="12" name="Text Placeholder 11">
            <a:extLst>
              <a:ext uri="{FF2B5EF4-FFF2-40B4-BE49-F238E27FC236}">
                <a16:creationId xmlns:a16="http://schemas.microsoft.com/office/drawing/2014/main" id="{BCF587A7-BD83-63AD-E787-134D8EE98F7E}"/>
              </a:ext>
            </a:extLst>
          </p:cNvPr>
          <p:cNvSpPr>
            <a:spLocks noGrp="1"/>
          </p:cNvSpPr>
          <p:nvPr>
            <p:ph type="body" sz="quarter" idx="13"/>
          </p:nvPr>
        </p:nvSpPr>
        <p:spPr/>
        <p:txBody>
          <a:bodyPr/>
          <a:lstStyle/>
          <a:p>
            <a:endParaRPr lang="en-US"/>
          </a:p>
        </p:txBody>
      </p:sp>
      <p:sp>
        <p:nvSpPr>
          <p:cNvPr id="13" name="Text Placeholder 12">
            <a:extLst>
              <a:ext uri="{FF2B5EF4-FFF2-40B4-BE49-F238E27FC236}">
                <a16:creationId xmlns:a16="http://schemas.microsoft.com/office/drawing/2014/main" id="{CDE39393-B444-FB8D-4646-BAB471E39869}"/>
              </a:ext>
            </a:extLst>
          </p:cNvPr>
          <p:cNvSpPr>
            <a:spLocks noGrp="1"/>
          </p:cNvSpPr>
          <p:nvPr>
            <p:ph type="body" sz="quarter" idx="14"/>
          </p:nvPr>
        </p:nvSpPr>
        <p:spPr/>
        <p:txBody>
          <a:bodyPr/>
          <a:lstStyle/>
          <a:p>
            <a:endParaRPr lang="en-US"/>
          </a:p>
        </p:txBody>
      </p:sp>
      <p:sp>
        <p:nvSpPr>
          <p:cNvPr id="14" name="Text Placeholder 13">
            <a:extLst>
              <a:ext uri="{FF2B5EF4-FFF2-40B4-BE49-F238E27FC236}">
                <a16:creationId xmlns:a16="http://schemas.microsoft.com/office/drawing/2014/main" id="{12DE0B2A-3754-1A0C-C9B0-FF4E6DCF4165}"/>
              </a:ext>
            </a:extLst>
          </p:cNvPr>
          <p:cNvSpPr>
            <a:spLocks noGrp="1"/>
          </p:cNvSpPr>
          <p:nvPr>
            <p:ph type="body" sz="quarter" idx="15"/>
          </p:nvPr>
        </p:nvSpPr>
        <p:spPr/>
        <p:txBody>
          <a:bodyPr/>
          <a:lstStyle/>
          <a:p>
            <a:endParaRPr lang="en-US"/>
          </a:p>
        </p:txBody>
      </p:sp>
      <p:sp>
        <p:nvSpPr>
          <p:cNvPr id="15" name="Text Placeholder 14">
            <a:extLst>
              <a:ext uri="{FF2B5EF4-FFF2-40B4-BE49-F238E27FC236}">
                <a16:creationId xmlns:a16="http://schemas.microsoft.com/office/drawing/2014/main" id="{57C34E8A-5939-D5B1-37B4-288214E52420}"/>
              </a:ext>
            </a:extLst>
          </p:cNvPr>
          <p:cNvSpPr>
            <a:spLocks noGrp="1"/>
          </p:cNvSpPr>
          <p:nvPr>
            <p:ph type="body" sz="quarter" idx="17"/>
          </p:nvPr>
        </p:nvSpPr>
        <p:spPr/>
        <p:txBody>
          <a:bodyPr/>
          <a:lstStyle/>
          <a:p>
            <a:endParaRPr lang="en-US"/>
          </a:p>
        </p:txBody>
      </p:sp>
      <p:sp>
        <p:nvSpPr>
          <p:cNvPr id="16" name="Text Placeholder 15">
            <a:extLst>
              <a:ext uri="{FF2B5EF4-FFF2-40B4-BE49-F238E27FC236}">
                <a16:creationId xmlns:a16="http://schemas.microsoft.com/office/drawing/2014/main" id="{71E7D22F-3978-E01C-A740-0C34CA3E0254}"/>
              </a:ext>
            </a:extLst>
          </p:cNvPr>
          <p:cNvSpPr>
            <a:spLocks noGrp="1"/>
          </p:cNvSpPr>
          <p:nvPr>
            <p:ph type="body" sz="quarter" idx="18"/>
          </p:nvPr>
        </p:nvSpPr>
        <p:spPr/>
        <p:txBody>
          <a:bodyPr/>
          <a:lstStyle/>
          <a:p>
            <a:endParaRPr lang="en-US"/>
          </a:p>
        </p:txBody>
      </p:sp>
      <p:sp>
        <p:nvSpPr>
          <p:cNvPr id="17" name="Text Placeholder 16">
            <a:extLst>
              <a:ext uri="{FF2B5EF4-FFF2-40B4-BE49-F238E27FC236}">
                <a16:creationId xmlns:a16="http://schemas.microsoft.com/office/drawing/2014/main" id="{354FFD1E-0752-D866-8D35-D8351B43A341}"/>
              </a:ext>
            </a:extLst>
          </p:cNvPr>
          <p:cNvSpPr>
            <a:spLocks noGrp="1"/>
          </p:cNvSpPr>
          <p:nvPr>
            <p:ph type="body" sz="quarter" idx="40"/>
          </p:nvPr>
        </p:nvSpPr>
        <p:spPr/>
        <p:txBody>
          <a:bodyPr/>
          <a:lstStyle/>
          <a:p>
            <a:endParaRPr lang="en-US"/>
          </a:p>
        </p:txBody>
      </p:sp>
      <p:sp>
        <p:nvSpPr>
          <p:cNvPr id="18" name="Text Placeholder 17">
            <a:extLst>
              <a:ext uri="{FF2B5EF4-FFF2-40B4-BE49-F238E27FC236}">
                <a16:creationId xmlns:a16="http://schemas.microsoft.com/office/drawing/2014/main" id="{D85790BA-18C6-99C0-E9BB-F8190D9F85F9}"/>
              </a:ext>
            </a:extLst>
          </p:cNvPr>
          <p:cNvSpPr>
            <a:spLocks noGrp="1"/>
          </p:cNvSpPr>
          <p:nvPr>
            <p:ph type="body" sz="quarter" idx="41"/>
          </p:nvPr>
        </p:nvSpPr>
        <p:spPr/>
        <p:txBody>
          <a:bodyPr/>
          <a:lstStyle/>
          <a:p>
            <a:endParaRPr lang="en-US"/>
          </a:p>
        </p:txBody>
      </p:sp>
      <p:sp>
        <p:nvSpPr>
          <p:cNvPr id="19" name="Text Placeholder 18">
            <a:extLst>
              <a:ext uri="{FF2B5EF4-FFF2-40B4-BE49-F238E27FC236}">
                <a16:creationId xmlns:a16="http://schemas.microsoft.com/office/drawing/2014/main" id="{C0B44EF9-7B58-4D10-0E3F-83C05BBE2B6F}"/>
              </a:ext>
            </a:extLst>
          </p:cNvPr>
          <p:cNvSpPr>
            <a:spLocks noGrp="1"/>
          </p:cNvSpPr>
          <p:nvPr>
            <p:ph type="body" sz="quarter" idx="42"/>
          </p:nvPr>
        </p:nvSpPr>
        <p:spPr/>
        <p:txBody>
          <a:bodyPr/>
          <a:lstStyle/>
          <a:p>
            <a:endParaRPr lang="en-US"/>
          </a:p>
        </p:txBody>
      </p:sp>
      <p:graphicFrame>
        <p:nvGraphicFramePr>
          <p:cNvPr id="22" name="Table 21">
            <a:extLst>
              <a:ext uri="{FF2B5EF4-FFF2-40B4-BE49-F238E27FC236}">
                <a16:creationId xmlns:a16="http://schemas.microsoft.com/office/drawing/2014/main" id="{1447190C-1B18-7275-7F03-346D9521316D}"/>
              </a:ext>
            </a:extLst>
          </p:cNvPr>
          <p:cNvGraphicFramePr>
            <a:graphicFrameLocks noGrp="1"/>
          </p:cNvGraphicFramePr>
          <p:nvPr>
            <p:extLst>
              <p:ext uri="{D42A27DB-BD31-4B8C-83A1-F6EECF244321}">
                <p14:modId xmlns:p14="http://schemas.microsoft.com/office/powerpoint/2010/main" val="4294906723"/>
              </p:ext>
            </p:extLst>
          </p:nvPr>
        </p:nvGraphicFramePr>
        <p:xfrm>
          <a:off x="0" y="1922509"/>
          <a:ext cx="6096000" cy="430444"/>
        </p:xfrm>
        <a:graphic>
          <a:graphicData uri="http://schemas.openxmlformats.org/drawingml/2006/table">
            <a:tbl>
              <a:tblPr firstRow="1" bandRow="1">
                <a:tableStyleId>{5C22544A-7EE6-4342-B048-85BDC9FD1C3A}</a:tableStyleId>
              </a:tblPr>
              <a:tblGrid>
                <a:gridCol w="3434576">
                  <a:extLst>
                    <a:ext uri="{9D8B030D-6E8A-4147-A177-3AD203B41FA5}">
                      <a16:colId xmlns:a16="http://schemas.microsoft.com/office/drawing/2014/main" val="3456627525"/>
                    </a:ext>
                  </a:extLst>
                </a:gridCol>
                <a:gridCol w="2661424">
                  <a:extLst>
                    <a:ext uri="{9D8B030D-6E8A-4147-A177-3AD203B41FA5}">
                      <a16:colId xmlns:a16="http://schemas.microsoft.com/office/drawing/2014/main" val="3396707499"/>
                    </a:ext>
                  </a:extLst>
                </a:gridCol>
              </a:tblGrid>
              <a:tr h="430444">
                <a:tc>
                  <a:txBody>
                    <a:bodyPr/>
                    <a:lstStyle/>
                    <a:p>
                      <a:r>
                        <a:rPr lang="en-US" sz="1200"/>
                        <a:t>QUALITY CONTENT FOR CUSTOMERS</a:t>
                      </a:r>
                    </a:p>
                  </a:txBody>
                  <a:tcPr/>
                </a:tc>
                <a:tc>
                  <a:txBody>
                    <a:bodyPr/>
                    <a:lstStyle/>
                    <a:p>
                      <a:r>
                        <a:rPr lang="en-US" sz="1200"/>
                        <a:t>Impact on our Business</a:t>
                      </a:r>
                    </a:p>
                  </a:txBody>
                  <a:tcPr/>
                </a:tc>
                <a:extLst>
                  <a:ext uri="{0D108BD9-81ED-4DB2-BD59-A6C34878D82A}">
                    <a16:rowId xmlns:a16="http://schemas.microsoft.com/office/drawing/2014/main" val="2215243594"/>
                  </a:ext>
                </a:extLst>
              </a:tr>
            </a:tbl>
          </a:graphicData>
        </a:graphic>
      </p:graphicFrame>
      <p:graphicFrame>
        <p:nvGraphicFramePr>
          <p:cNvPr id="24" name="Table 23">
            <a:extLst>
              <a:ext uri="{FF2B5EF4-FFF2-40B4-BE49-F238E27FC236}">
                <a16:creationId xmlns:a16="http://schemas.microsoft.com/office/drawing/2014/main" id="{EEA21359-7B7B-9795-9DEE-BC7A38D191CF}"/>
              </a:ext>
            </a:extLst>
          </p:cNvPr>
          <p:cNvGraphicFramePr>
            <a:graphicFrameLocks noGrp="1"/>
          </p:cNvGraphicFramePr>
          <p:nvPr>
            <p:extLst>
              <p:ext uri="{D42A27DB-BD31-4B8C-83A1-F6EECF244321}">
                <p14:modId xmlns:p14="http://schemas.microsoft.com/office/powerpoint/2010/main" val="775392616"/>
              </p:ext>
            </p:extLst>
          </p:nvPr>
        </p:nvGraphicFramePr>
        <p:xfrm>
          <a:off x="-6637" y="5232124"/>
          <a:ext cx="6096000" cy="430444"/>
        </p:xfrm>
        <a:graphic>
          <a:graphicData uri="http://schemas.openxmlformats.org/drawingml/2006/table">
            <a:tbl>
              <a:tblPr firstRow="1" bandRow="1">
                <a:tableStyleId>{5C22544A-7EE6-4342-B048-85BDC9FD1C3A}</a:tableStyleId>
              </a:tblPr>
              <a:tblGrid>
                <a:gridCol w="3434576">
                  <a:extLst>
                    <a:ext uri="{9D8B030D-6E8A-4147-A177-3AD203B41FA5}">
                      <a16:colId xmlns:a16="http://schemas.microsoft.com/office/drawing/2014/main" val="3456627525"/>
                    </a:ext>
                  </a:extLst>
                </a:gridCol>
                <a:gridCol w="2661424">
                  <a:extLst>
                    <a:ext uri="{9D8B030D-6E8A-4147-A177-3AD203B41FA5}">
                      <a16:colId xmlns:a16="http://schemas.microsoft.com/office/drawing/2014/main" val="3396707499"/>
                    </a:ext>
                  </a:extLst>
                </a:gridCol>
              </a:tblGrid>
              <a:tr h="430444">
                <a:tc>
                  <a:txBody>
                    <a:bodyPr/>
                    <a:lstStyle/>
                    <a:p>
                      <a:r>
                        <a:rPr lang="en-US" sz="1200"/>
                        <a:t>WORK TOGETHER W/PEERS &amp; PARTNERS</a:t>
                      </a:r>
                    </a:p>
                  </a:txBody>
                  <a:tcPr/>
                </a:tc>
                <a:tc>
                  <a:txBody>
                    <a:bodyPr/>
                    <a:lstStyle/>
                    <a:p>
                      <a:r>
                        <a:rPr lang="en-US" sz="1200"/>
                        <a:t>Impact on our Business</a:t>
                      </a:r>
                    </a:p>
                  </a:txBody>
                  <a:tcPr/>
                </a:tc>
                <a:extLst>
                  <a:ext uri="{0D108BD9-81ED-4DB2-BD59-A6C34878D82A}">
                    <a16:rowId xmlns:a16="http://schemas.microsoft.com/office/drawing/2014/main" val="2215243594"/>
                  </a:ext>
                </a:extLst>
              </a:tr>
            </a:tbl>
          </a:graphicData>
        </a:graphic>
      </p:graphicFrame>
      <p:graphicFrame>
        <p:nvGraphicFramePr>
          <p:cNvPr id="25" name="Table 24">
            <a:extLst>
              <a:ext uri="{FF2B5EF4-FFF2-40B4-BE49-F238E27FC236}">
                <a16:creationId xmlns:a16="http://schemas.microsoft.com/office/drawing/2014/main" id="{E80D1D05-5B30-0895-9448-002BD075965A}"/>
              </a:ext>
            </a:extLst>
          </p:cNvPr>
          <p:cNvGraphicFramePr>
            <a:graphicFrameLocks noGrp="1"/>
          </p:cNvGraphicFramePr>
          <p:nvPr>
            <p:extLst>
              <p:ext uri="{D42A27DB-BD31-4B8C-83A1-F6EECF244321}">
                <p14:modId xmlns:p14="http://schemas.microsoft.com/office/powerpoint/2010/main" val="3932817965"/>
              </p:ext>
            </p:extLst>
          </p:nvPr>
        </p:nvGraphicFramePr>
        <p:xfrm>
          <a:off x="6095271" y="1922509"/>
          <a:ext cx="6096000" cy="457200"/>
        </p:xfrm>
        <a:graphic>
          <a:graphicData uri="http://schemas.openxmlformats.org/drawingml/2006/table">
            <a:tbl>
              <a:tblPr firstRow="1" bandRow="1">
                <a:tableStyleId>{5C22544A-7EE6-4342-B048-85BDC9FD1C3A}</a:tableStyleId>
              </a:tblPr>
              <a:tblGrid>
                <a:gridCol w="3434576">
                  <a:extLst>
                    <a:ext uri="{9D8B030D-6E8A-4147-A177-3AD203B41FA5}">
                      <a16:colId xmlns:a16="http://schemas.microsoft.com/office/drawing/2014/main" val="3456627525"/>
                    </a:ext>
                  </a:extLst>
                </a:gridCol>
                <a:gridCol w="2661424">
                  <a:extLst>
                    <a:ext uri="{9D8B030D-6E8A-4147-A177-3AD203B41FA5}">
                      <a16:colId xmlns:a16="http://schemas.microsoft.com/office/drawing/2014/main" val="3396707499"/>
                    </a:ext>
                  </a:extLst>
                </a:gridCol>
              </a:tblGrid>
              <a:tr h="430444">
                <a:tc>
                  <a:txBody>
                    <a:bodyPr/>
                    <a:lstStyle/>
                    <a:p>
                      <a:r>
                        <a:rPr lang="en-US" sz="1200"/>
                        <a:t>CONTINUOUS IMPROVEMENT + INNOVATION</a:t>
                      </a:r>
                    </a:p>
                  </a:txBody>
                  <a:tcPr/>
                </a:tc>
                <a:tc>
                  <a:txBody>
                    <a:bodyPr/>
                    <a:lstStyle/>
                    <a:p>
                      <a:r>
                        <a:rPr lang="en-US" sz="1200"/>
                        <a:t>Impact on our Business</a:t>
                      </a:r>
                    </a:p>
                  </a:txBody>
                  <a:tcPr/>
                </a:tc>
                <a:extLst>
                  <a:ext uri="{0D108BD9-81ED-4DB2-BD59-A6C34878D82A}">
                    <a16:rowId xmlns:a16="http://schemas.microsoft.com/office/drawing/2014/main" val="2215243594"/>
                  </a:ext>
                </a:extLst>
              </a:tr>
            </a:tbl>
          </a:graphicData>
        </a:graphic>
      </p:graphicFrame>
      <p:graphicFrame>
        <p:nvGraphicFramePr>
          <p:cNvPr id="26" name="Table 25">
            <a:extLst>
              <a:ext uri="{FF2B5EF4-FFF2-40B4-BE49-F238E27FC236}">
                <a16:creationId xmlns:a16="http://schemas.microsoft.com/office/drawing/2014/main" id="{3F789060-9794-6FAB-72B0-F4F59032F3C3}"/>
              </a:ext>
            </a:extLst>
          </p:cNvPr>
          <p:cNvGraphicFramePr>
            <a:graphicFrameLocks noGrp="1"/>
          </p:cNvGraphicFramePr>
          <p:nvPr>
            <p:extLst>
              <p:ext uri="{D42A27DB-BD31-4B8C-83A1-F6EECF244321}">
                <p14:modId xmlns:p14="http://schemas.microsoft.com/office/powerpoint/2010/main" val="4150829703"/>
              </p:ext>
            </p:extLst>
          </p:nvPr>
        </p:nvGraphicFramePr>
        <p:xfrm>
          <a:off x="6088634" y="5232124"/>
          <a:ext cx="6096000" cy="430444"/>
        </p:xfrm>
        <a:graphic>
          <a:graphicData uri="http://schemas.openxmlformats.org/drawingml/2006/table">
            <a:tbl>
              <a:tblPr firstRow="1" bandRow="1">
                <a:tableStyleId>{5C22544A-7EE6-4342-B048-85BDC9FD1C3A}</a:tableStyleId>
              </a:tblPr>
              <a:tblGrid>
                <a:gridCol w="3434576">
                  <a:extLst>
                    <a:ext uri="{9D8B030D-6E8A-4147-A177-3AD203B41FA5}">
                      <a16:colId xmlns:a16="http://schemas.microsoft.com/office/drawing/2014/main" val="3456627525"/>
                    </a:ext>
                  </a:extLst>
                </a:gridCol>
                <a:gridCol w="2661424">
                  <a:extLst>
                    <a:ext uri="{9D8B030D-6E8A-4147-A177-3AD203B41FA5}">
                      <a16:colId xmlns:a16="http://schemas.microsoft.com/office/drawing/2014/main" val="3396707499"/>
                    </a:ext>
                  </a:extLst>
                </a:gridCol>
              </a:tblGrid>
              <a:tr h="430444">
                <a:tc>
                  <a:txBody>
                    <a:bodyPr/>
                    <a:lstStyle/>
                    <a:p>
                      <a:r>
                        <a:rPr lang="en-US" sz="1200"/>
                        <a:t>DIVERSITY &amp; INCLUSION</a:t>
                      </a:r>
                    </a:p>
                  </a:txBody>
                  <a:tcPr/>
                </a:tc>
                <a:tc>
                  <a:txBody>
                    <a:bodyPr/>
                    <a:lstStyle/>
                    <a:p>
                      <a:r>
                        <a:rPr lang="en-US" sz="1200"/>
                        <a:t>Impact on our Business</a:t>
                      </a:r>
                    </a:p>
                  </a:txBody>
                  <a:tcPr/>
                </a:tc>
                <a:extLst>
                  <a:ext uri="{0D108BD9-81ED-4DB2-BD59-A6C34878D82A}">
                    <a16:rowId xmlns:a16="http://schemas.microsoft.com/office/drawing/2014/main" val="2215243594"/>
                  </a:ext>
                </a:extLst>
              </a:tr>
            </a:tbl>
          </a:graphicData>
        </a:graphic>
      </p:graphicFrame>
      <p:graphicFrame>
        <p:nvGraphicFramePr>
          <p:cNvPr id="27" name="Table 26">
            <a:extLst>
              <a:ext uri="{FF2B5EF4-FFF2-40B4-BE49-F238E27FC236}">
                <a16:creationId xmlns:a16="http://schemas.microsoft.com/office/drawing/2014/main" id="{6A987FA8-3AA1-C6B4-0A30-154D8B49F618}"/>
              </a:ext>
            </a:extLst>
          </p:cNvPr>
          <p:cNvGraphicFramePr>
            <a:graphicFrameLocks noGrp="1"/>
          </p:cNvGraphicFramePr>
          <p:nvPr>
            <p:extLst>
              <p:ext uri="{D42A27DB-BD31-4B8C-83A1-F6EECF244321}">
                <p14:modId xmlns:p14="http://schemas.microsoft.com/office/powerpoint/2010/main" val="2697800109"/>
              </p:ext>
            </p:extLst>
          </p:nvPr>
        </p:nvGraphicFramePr>
        <p:xfrm>
          <a:off x="6096000" y="3600214"/>
          <a:ext cx="6096000" cy="430444"/>
        </p:xfrm>
        <a:graphic>
          <a:graphicData uri="http://schemas.openxmlformats.org/drawingml/2006/table">
            <a:tbl>
              <a:tblPr firstRow="1" bandRow="1">
                <a:tableStyleId>{5C22544A-7EE6-4342-B048-85BDC9FD1C3A}</a:tableStyleId>
              </a:tblPr>
              <a:tblGrid>
                <a:gridCol w="3434576">
                  <a:extLst>
                    <a:ext uri="{9D8B030D-6E8A-4147-A177-3AD203B41FA5}">
                      <a16:colId xmlns:a16="http://schemas.microsoft.com/office/drawing/2014/main" val="3456627525"/>
                    </a:ext>
                  </a:extLst>
                </a:gridCol>
                <a:gridCol w="2661424">
                  <a:extLst>
                    <a:ext uri="{9D8B030D-6E8A-4147-A177-3AD203B41FA5}">
                      <a16:colId xmlns:a16="http://schemas.microsoft.com/office/drawing/2014/main" val="3396707499"/>
                    </a:ext>
                  </a:extLst>
                </a:gridCol>
              </a:tblGrid>
              <a:tr h="430444">
                <a:tc>
                  <a:txBody>
                    <a:bodyPr/>
                    <a:lstStyle/>
                    <a:p>
                      <a:r>
                        <a:rPr lang="en-US" sz="1200"/>
                        <a:t>SECURITY</a:t>
                      </a:r>
                    </a:p>
                  </a:txBody>
                  <a:tcPr/>
                </a:tc>
                <a:tc>
                  <a:txBody>
                    <a:bodyPr/>
                    <a:lstStyle/>
                    <a:p>
                      <a:r>
                        <a:rPr lang="en-US" sz="1200"/>
                        <a:t>Impact on our Business</a:t>
                      </a:r>
                    </a:p>
                  </a:txBody>
                  <a:tcPr/>
                </a:tc>
                <a:extLst>
                  <a:ext uri="{0D108BD9-81ED-4DB2-BD59-A6C34878D82A}">
                    <a16:rowId xmlns:a16="http://schemas.microsoft.com/office/drawing/2014/main" val="2215243594"/>
                  </a:ext>
                </a:extLst>
              </a:tr>
            </a:tbl>
          </a:graphicData>
        </a:graphic>
      </p:graphicFrame>
      <p:pic>
        <p:nvPicPr>
          <p:cNvPr id="28" name="Picture Placeholder 17">
            <a:extLst>
              <a:ext uri="{FF2B5EF4-FFF2-40B4-BE49-F238E27FC236}">
                <a16:creationId xmlns:a16="http://schemas.microsoft.com/office/drawing/2014/main" id="{5E56983E-B109-210B-8CB0-990A40A7DDF8}"/>
              </a:ext>
            </a:extLst>
          </p:cNvPr>
          <p:cNvPicPr>
            <a:picLocks noChangeAspect="1"/>
          </p:cNvPicPr>
          <p:nvPr/>
        </p:nvPicPr>
        <p:blipFill>
          <a:blip r:embed="rId2"/>
          <a:srcRect/>
          <a:stretch/>
        </p:blipFill>
        <p:spPr>
          <a:xfrm>
            <a:off x="75852" y="772460"/>
            <a:ext cx="929963" cy="929963"/>
          </a:xfrm>
          <a:prstGeom prst="ellipse">
            <a:avLst/>
          </a:prstGeom>
        </p:spPr>
      </p:pic>
      <p:sp>
        <p:nvSpPr>
          <p:cNvPr id="29" name="TextBox 28">
            <a:extLst>
              <a:ext uri="{FF2B5EF4-FFF2-40B4-BE49-F238E27FC236}">
                <a16:creationId xmlns:a16="http://schemas.microsoft.com/office/drawing/2014/main" id="{C164A281-7FDD-5429-3830-64C0A1A01F90}"/>
              </a:ext>
            </a:extLst>
          </p:cNvPr>
          <p:cNvSpPr txBox="1"/>
          <p:nvPr/>
        </p:nvSpPr>
        <p:spPr>
          <a:xfrm>
            <a:off x="115782" y="996304"/>
            <a:ext cx="804707" cy="415498"/>
          </a:xfrm>
          <a:prstGeom prst="rect">
            <a:avLst/>
          </a:prstGeom>
          <a:noFill/>
        </p:spPr>
        <p:txBody>
          <a:bodyPr wrap="none" lIns="0" tIns="0" rIns="0" bIns="0" rtlCol="0">
            <a:spAutoFit/>
          </a:bodyPr>
          <a:lstStyle/>
          <a:p>
            <a:pPr algn="ctr"/>
            <a:r>
              <a:rPr lang="en-US" sz="900">
                <a:solidFill>
                  <a:schemeClr val="tx1"/>
                </a:solidFill>
                <a:effectLst>
                  <a:glow rad="127000">
                    <a:schemeClr val="bg1"/>
                  </a:glow>
                </a:effectLst>
                <a:latin typeface="Aptos" panose="020B0004020202020204" pitchFamily="34" charset="0"/>
              </a:rPr>
              <a:t>Change Picture </a:t>
            </a:r>
            <a:br>
              <a:rPr lang="en-US" sz="900">
                <a:solidFill>
                  <a:schemeClr val="tx1"/>
                </a:solidFill>
                <a:effectLst>
                  <a:glow rad="127000">
                    <a:schemeClr val="bg1"/>
                  </a:glow>
                </a:effectLst>
                <a:latin typeface="Aptos" panose="020B0004020202020204" pitchFamily="34" charset="0"/>
              </a:rPr>
            </a:br>
            <a:r>
              <a:rPr lang="en-US" sz="900">
                <a:solidFill>
                  <a:schemeClr val="tx1"/>
                </a:solidFill>
                <a:effectLst>
                  <a:glow rad="127000">
                    <a:schemeClr val="bg1"/>
                  </a:glow>
                </a:effectLst>
                <a:latin typeface="Aptos" panose="020B0004020202020204" pitchFamily="34" charset="0"/>
              </a:rPr>
              <a:t>&gt; </a:t>
            </a:r>
            <a:br>
              <a:rPr lang="en-US" sz="900">
                <a:solidFill>
                  <a:schemeClr val="tx1"/>
                </a:solidFill>
                <a:effectLst>
                  <a:glow rad="127000">
                    <a:schemeClr val="bg1"/>
                  </a:glow>
                </a:effectLst>
                <a:latin typeface="Aptos" panose="020B0004020202020204" pitchFamily="34" charset="0"/>
              </a:rPr>
            </a:br>
            <a:r>
              <a:rPr lang="en-US" sz="900">
                <a:solidFill>
                  <a:schemeClr val="tx1"/>
                </a:solidFill>
                <a:effectLst>
                  <a:glow rad="127000">
                    <a:schemeClr val="bg1"/>
                  </a:glow>
                </a:effectLst>
                <a:latin typeface="Aptos" panose="020B0004020202020204" pitchFamily="34" charset="0"/>
              </a:rPr>
              <a:t>From Clipboard</a:t>
            </a:r>
          </a:p>
        </p:txBody>
      </p:sp>
    </p:spTree>
    <p:extLst>
      <p:ext uri="{BB962C8B-B14F-4D97-AF65-F5344CB8AC3E}">
        <p14:creationId xmlns:p14="http://schemas.microsoft.com/office/powerpoint/2010/main" val="3325212972"/>
      </p:ext>
    </p:extLst>
  </p:cSld>
  <p:clrMapOvr>
    <a:masterClrMapping/>
  </p:clrMapOvr>
  <p:transition>
    <p:fade/>
  </p:transition>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potx" id="{480B23C3-38C8-4962-83A2-3297C539F5A5}" vid="{4711DFBC-8085-446F-AC17-C262437718B1}"/>
    </a:ext>
  </a:extLst>
</a:theme>
</file>

<file path=ppt/theme/theme2.xml><?xml version="1.0" encoding="utf-8"?>
<a:theme xmlns:a="http://schemas.openxmlformats.org/drawingml/2006/main" name="5_White Template">
  <a:themeElements>
    <a:clrScheme name="Custom 42">
      <a:dk1>
        <a:srgbClr val="000000"/>
      </a:dk1>
      <a:lt1>
        <a:srgbClr val="FFFFFF"/>
      </a:lt1>
      <a:dk2>
        <a:srgbClr val="002050"/>
      </a:dk2>
      <a:lt2>
        <a:srgbClr val="E6E6E6"/>
      </a:lt2>
      <a:accent1>
        <a:srgbClr val="0078D4"/>
      </a:accent1>
      <a:accent2>
        <a:srgbClr val="243A5E"/>
      </a:accent2>
      <a:accent3>
        <a:srgbClr val="D83B01"/>
      </a:accent3>
      <a:accent4>
        <a:srgbClr val="107C10"/>
      </a:accent4>
      <a:accent5>
        <a:srgbClr val="8661C5"/>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FY20_CE_Presentation_Template" id="{F38AA202-C600-44F4-8D42-AD36C249BD06}" vid="{3DE14D89-CB46-48E7-A390-C6E10B323D5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8C0B71F4B47F4A9681BC0974D58303" ma:contentTypeVersion="21" ma:contentTypeDescription="Create a new document." ma:contentTypeScope="" ma:versionID="8d06967d253aa934e04fd9f536ef6ab2">
  <xsd:schema xmlns:xsd="http://www.w3.org/2001/XMLSchema" xmlns:xs="http://www.w3.org/2001/XMLSchema" xmlns:p="http://schemas.microsoft.com/office/2006/metadata/properties" xmlns:ns1="http://schemas.microsoft.com/sharepoint/v3" xmlns:ns2="e221bed3-3a51-4afd-a6a5-8c4fc0571906" xmlns:ns3="731d4346-1b78-44bb-b30e-933e83cd3293" xmlns:ns4="230e9df3-be65-4c73-a93b-d1236ebd677e" targetNamespace="http://schemas.microsoft.com/office/2006/metadata/properties" ma:root="true" ma:fieldsID="9314b1e5902bb29f664a27f5d80345b5" ns1:_="" ns2:_="" ns3:_="" ns4:_="">
    <xsd:import namespace="http://schemas.microsoft.com/sharepoint/v3"/>
    <xsd:import namespace="e221bed3-3a51-4afd-a6a5-8c4fc0571906"/>
    <xsd:import namespace="731d4346-1b78-44bb-b30e-933e83cd3293"/>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ServiceSearchProperties" minOccurs="0"/>
                <xsd:element ref="ns2:MediaServiceDocTag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lcf76f155ced4ddcb4097134ff3c332f" minOccurs="0"/>
                <xsd:element ref="ns4:TaxCatchAll" minOccurs="0"/>
                <xsd:element ref="ns2:MediaServiceOCR" minOccurs="0"/>
                <xsd:element ref="ns2:MediaServiceBillingMetadata" minOccurs="0"/>
                <xsd:element ref="ns2:Filedescrip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221bed3-3a51-4afd-a6a5-8c4fc05719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DocTags" ma:index="17" nillable="true" ma:displayName="MediaServiceDocTags" ma:hidden="true" ma:internalName="MediaServiceDocTag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6" nillable="true" ma:displayName="Extracted Text" ma:internalName="MediaServiceOCR" ma:readOnly="true">
      <xsd:simpleType>
        <xsd:restriction base="dms:Note">
          <xsd:maxLength value="255"/>
        </xsd:restriction>
      </xsd:simpleType>
    </xsd:element>
    <xsd:element name="MediaServiceBillingMetadata" ma:index="27" nillable="true" ma:displayName="MediaServiceBillingMetadata" ma:hidden="true" ma:internalName="MediaServiceBillingMetadata" ma:readOnly="true">
      <xsd:simpleType>
        <xsd:restriction base="dms:Text"/>
      </xsd:simpleType>
    </xsd:element>
    <xsd:element name="Filedescription" ma:index="28" nillable="true" ma:displayName="File description" ma:description="export of ADO work item creator for external SP" ma:format="Dropdown" ma:internalName="Filedescription">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31d4346-1b78-44bb-b30e-933e83cd329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8ba18db6-6e14-443e-82aa-8014beeef2b1}" ma:internalName="TaxCatchAll" ma:showField="CatchAllData" ma:web="731d4346-1b78-44bb-b30e-933e83cd329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e221bed3-3a51-4afd-a6a5-8c4fc0571906">
      <Terms xmlns="http://schemas.microsoft.com/office/infopath/2007/PartnerControls"/>
    </lcf76f155ced4ddcb4097134ff3c332f>
    <Filedescription xmlns="e221bed3-3a51-4afd-a6a5-8c4fc0571906" xsi:nil="true"/>
  </documentManagement>
</p:properties>
</file>

<file path=customXml/itemProps1.xml><?xml version="1.0" encoding="utf-8"?>
<ds:datastoreItem xmlns:ds="http://schemas.openxmlformats.org/officeDocument/2006/customXml" ds:itemID="{45B724A9-270A-4ED0-9837-413083027ED0}">
  <ds:schemaRefs>
    <ds:schemaRef ds:uri="230e9df3-be65-4c73-a93b-d1236ebd677e"/>
    <ds:schemaRef ds:uri="731d4346-1b78-44bb-b30e-933e83cd3293"/>
    <ds:schemaRef ds:uri="e221bed3-3a51-4afd-a6a5-8c4fc057190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2F99BE8-FBEB-4CC0-B258-3DC3DC40A27C}">
  <ds:schemaRefs>
    <ds:schemaRef ds:uri="http://schemas.microsoft.com/sharepoint/v3/contenttype/forms"/>
  </ds:schemaRefs>
</ds:datastoreItem>
</file>

<file path=customXml/itemProps3.xml><?xml version="1.0" encoding="utf-8"?>
<ds:datastoreItem xmlns:ds="http://schemas.openxmlformats.org/officeDocument/2006/customXml" ds:itemID="{7216E6C2-A284-4FF1-979A-AAB57C86D7CA}">
  <ds:schemaRefs>
    <ds:schemaRef ds:uri="230e9df3-be65-4c73-a93b-d1236ebd677e"/>
    <ds:schemaRef ds:uri="http://purl.org/dc/elements/1.1/"/>
    <ds:schemaRef ds:uri="http://schemas.microsoft.com/office/infopath/2007/PartnerControls"/>
    <ds:schemaRef ds:uri="http://schemas.openxmlformats.org/package/2006/metadata/core-properties"/>
    <ds:schemaRef ds:uri="http://purl.org/dc/terms/"/>
    <ds:schemaRef ds:uri="http://purl.org/dc/dcmitype/"/>
    <ds:schemaRef ds:uri="e221bed3-3a51-4afd-a6a5-8c4fc0571906"/>
    <ds:schemaRef ds:uri="731d4346-1b78-44bb-b30e-933e83cd3293"/>
    <ds:schemaRef ds:uri="http://schemas.microsoft.com/sharepoint/v3"/>
    <ds:schemaRef ds:uri="http://schemas.microsoft.com/office/2006/documentManagement/types"/>
    <ds:schemaRef ds:uri="http://www.w3.org/XML/1998/namespace"/>
    <ds:schemaRef ds:uri="http://schemas.microsoft.com/office/2006/metadata/propertie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Microsoft_brand_template_blue (4)</Template>
  <TotalTime>0</TotalTime>
  <Words>46</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Aptos</vt:lpstr>
      <vt:lpstr>Aptos SemiBold</vt:lpstr>
      <vt:lpstr>Arial</vt:lpstr>
      <vt:lpstr>Consolas</vt:lpstr>
      <vt:lpstr>Segoe UI</vt:lpstr>
      <vt:lpstr>Segoe UI Semibold</vt:lpstr>
      <vt:lpstr>Wingdings</vt:lpstr>
      <vt:lpstr>White Template</vt:lpstr>
      <vt:lpstr>5_White Template</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C&amp;L PowerPoint presentation template</dc:title>
  <dc:subject/>
  <dc:creator>Andrea Perez (SHE/HER)</dc:creator>
  <cp:keywords/>
  <dc:description/>
  <cp:lastModifiedBy>Michael Bender</cp:lastModifiedBy>
  <cp:revision>10</cp:revision>
  <dcterms:created xsi:type="dcterms:W3CDTF">2021-04-14T16:41:05Z</dcterms:created>
  <dcterms:modified xsi:type="dcterms:W3CDTF">2026-04-17T17:14:50Z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0x010100FF8C0B71F4B47F4A9681BC0974D58303</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